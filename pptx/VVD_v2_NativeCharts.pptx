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spPr>
            <a:ln w="19050">
              <a:solidFill>
                <a:srgbClr val="BED2E6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0.0465</c:v>
                </c:pt>
                <c:pt idx="1">
                  <c:v>0.0979</c:v>
                </c:pt>
                <c:pt idx="2">
                  <c:v>0.1632</c:v>
                </c:pt>
                <c:pt idx="3">
                  <c:v>0.2236</c:v>
                </c:pt>
                <c:pt idx="4">
                  <c:v>0.2731</c:v>
                </c:pt>
                <c:pt idx="5">
                  <c:v>0.3495</c:v>
                </c:pt>
                <c:pt idx="6">
                  <c:v>0.4246</c:v>
                </c:pt>
                <c:pt idx="7">
                  <c:v>0.5066</c:v>
                </c:pt>
                <c:pt idx="8">
                  <c:v>0.5993</c:v>
                </c:pt>
                <c:pt idx="9">
                  <c:v>0.7003</c:v>
                </c:pt>
                <c:pt idx="10">
                  <c:v>0.8197</c:v>
                </c:pt>
                <c:pt idx="11">
                  <c:v>0.9412</c:v>
                </c:pt>
                <c:pt idx="12">
                  <c:v>1.0646</c:v>
                </c:pt>
                <c:pt idx="13">
                  <c:v>1.1868</c:v>
                </c:pt>
                <c:pt idx="14">
                  <c:v>1.3151</c:v>
                </c:pt>
                <c:pt idx="15">
                  <c:v>1.468</c:v>
                </c:pt>
                <c:pt idx="16">
                  <c:v>1.6434</c:v>
                </c:pt>
                <c:pt idx="17">
                  <c:v>1.8143</c:v>
                </c:pt>
                <c:pt idx="18">
                  <c:v>1.9947</c:v>
                </c:pt>
                <c:pt idx="19">
                  <c:v>2.1938</c:v>
                </c:pt>
                <c:pt idx="20">
                  <c:v>2.3813</c:v>
                </c:pt>
                <c:pt idx="21">
                  <c:v>2.5942</c:v>
                </c:pt>
                <c:pt idx="22">
                  <c:v>2.8287</c:v>
                </c:pt>
                <c:pt idx="23">
                  <c:v>3.0802</c:v>
                </c:pt>
                <c:pt idx="24">
                  <c:v>3.3312</c:v>
                </c:pt>
                <c:pt idx="25">
                  <c:v>3.6025</c:v>
                </c:pt>
                <c:pt idx="26">
                  <c:v>3.8851</c:v>
                </c:pt>
                <c:pt idx="27">
                  <c:v>4.187</c:v>
                </c:pt>
                <c:pt idx="28">
                  <c:v>4.4796</c:v>
                </c:pt>
                <c:pt idx="29">
                  <c:v>4.8051</c:v>
                </c:pt>
                <c:pt idx="30">
                  <c:v>5.119</c:v>
                </c:pt>
                <c:pt idx="31">
                  <c:v>5.4327</c:v>
                </c:pt>
                <c:pt idx="32">
                  <c:v>5.7824</c:v>
                </c:pt>
                <c:pt idx="33">
                  <c:v>6.1407</c:v>
                </c:pt>
                <c:pt idx="34">
                  <c:v>6.532</c:v>
                </c:pt>
                <c:pt idx="35">
                  <c:v>6.9324</c:v>
                </c:pt>
                <c:pt idx="36">
                  <c:v>7.3222</c:v>
                </c:pt>
                <c:pt idx="37">
                  <c:v>7.747</c:v>
                </c:pt>
                <c:pt idx="38">
                  <c:v>8.1608</c:v>
                </c:pt>
                <c:pt idx="39">
                  <c:v>8.5956</c:v>
                </c:pt>
                <c:pt idx="40">
                  <c:v>9.0376</c:v>
                </c:pt>
                <c:pt idx="41">
                  <c:v>9.4936</c:v>
                </c:pt>
                <c:pt idx="42">
                  <c:v>9.9666</c:v>
                </c:pt>
                <c:pt idx="43">
                  <c:v>10.4459</c:v>
                </c:pt>
                <c:pt idx="44">
                  <c:v>10.9298</c:v>
                </c:pt>
                <c:pt idx="45">
                  <c:v>11.4248</c:v>
                </c:pt>
                <c:pt idx="46">
                  <c:v>11.9248</c:v>
                </c:pt>
                <c:pt idx="47">
                  <c:v>12.4185</c:v>
                </c:pt>
                <c:pt idx="48">
                  <c:v>12.9173</c:v>
                </c:pt>
                <c:pt idx="49">
                  <c:v>13.4249</c:v>
                </c:pt>
                <c:pt idx="50">
                  <c:v>13.9492</c:v>
                </c:pt>
                <c:pt idx="51">
                  <c:v>14.4699</c:v>
                </c:pt>
                <c:pt idx="52">
                  <c:v>15.0256</c:v>
                </c:pt>
                <c:pt idx="53">
                  <c:v>15.5488</c:v>
                </c:pt>
                <c:pt idx="54">
                  <c:v>16.073</c:v>
                </c:pt>
                <c:pt idx="55">
                  <c:v>16.6228</c:v>
                </c:pt>
                <c:pt idx="56">
                  <c:v>17.1839</c:v>
                </c:pt>
                <c:pt idx="57">
                  <c:v>17.7374</c:v>
                </c:pt>
                <c:pt idx="58">
                  <c:v>18.2978</c:v>
                </c:pt>
                <c:pt idx="59">
                  <c:v>18.8679</c:v>
                </c:pt>
                <c:pt idx="60">
                  <c:v>19.4229</c:v>
                </c:pt>
                <c:pt idx="61">
                  <c:v>19.9648</c:v>
                </c:pt>
                <c:pt idx="62">
                  <c:v>20.5192</c:v>
                </c:pt>
                <c:pt idx="63">
                  <c:v>21.093</c:v>
                </c:pt>
                <c:pt idx="64">
                  <c:v>21.6408</c:v>
                </c:pt>
                <c:pt idx="65">
                  <c:v>22.2075</c:v>
                </c:pt>
                <c:pt idx="66">
                  <c:v>22.7783</c:v>
                </c:pt>
                <c:pt idx="67">
                  <c:v>23.344</c:v>
                </c:pt>
                <c:pt idx="68">
                  <c:v>23.9232</c:v>
                </c:pt>
                <c:pt idx="69">
                  <c:v>24.502</c:v>
                </c:pt>
                <c:pt idx="70">
                  <c:v>25.1022</c:v>
                </c:pt>
                <c:pt idx="71">
                  <c:v>25.6836</c:v>
                </c:pt>
                <c:pt idx="72">
                  <c:v>26.2515</c:v>
                </c:pt>
                <c:pt idx="73">
                  <c:v>26.8209</c:v>
                </c:pt>
                <c:pt idx="74">
                  <c:v>27.3881</c:v>
                </c:pt>
                <c:pt idx="75">
                  <c:v>27.9769</c:v>
                </c:pt>
                <c:pt idx="76">
                  <c:v>28.5485</c:v>
                </c:pt>
                <c:pt idx="77">
                  <c:v>29.1266</c:v>
                </c:pt>
                <c:pt idx="78">
                  <c:v>29.7148</c:v>
                </c:pt>
                <c:pt idx="79">
                  <c:v>30.2862</c:v>
                </c:pt>
                <c:pt idx="80">
                  <c:v>30.8632</c:v>
                </c:pt>
                <c:pt idx="81">
                  <c:v>31.4224</c:v>
                </c:pt>
                <c:pt idx="82">
                  <c:v>31.9911</c:v>
                </c:pt>
                <c:pt idx="83">
                  <c:v>32.566</c:v>
                </c:pt>
                <c:pt idx="84">
                  <c:v>33.153</c:v>
                </c:pt>
                <c:pt idx="85">
                  <c:v>33.7493</c:v>
                </c:pt>
                <c:pt idx="86">
                  <c:v>34.3316</c:v>
                </c:pt>
                <c:pt idx="87">
                  <c:v>34.9174</c:v>
                </c:pt>
                <c:pt idx="88">
                  <c:v>35.5025</c:v>
                </c:pt>
                <c:pt idx="89">
                  <c:v>36.0985</c:v>
                </c:pt>
                <c:pt idx="90">
                  <c:v>36.6925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spPr>
            <a:ln w="19050">
              <a:solidFill>
                <a:srgbClr val="BED2E6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0.0234</c:v>
                </c:pt>
                <c:pt idx="1">
                  <c:v>0.0634</c:v>
                </c:pt>
                <c:pt idx="2">
                  <c:v>0.1035</c:v>
                </c:pt>
                <c:pt idx="3">
                  <c:v>0.1535</c:v>
                </c:pt>
                <c:pt idx="4">
                  <c:v>0.1969</c:v>
                </c:pt>
                <c:pt idx="5">
                  <c:v>0.2603</c:v>
                </c:pt>
                <c:pt idx="6">
                  <c:v>0.3104</c:v>
                </c:pt>
                <c:pt idx="7">
                  <c:v>0.3771</c:v>
                </c:pt>
                <c:pt idx="8">
                  <c:v>0.4372</c:v>
                </c:pt>
                <c:pt idx="9">
                  <c:v>0.4972</c:v>
                </c:pt>
                <c:pt idx="10">
                  <c:v>0.5573</c:v>
                </c:pt>
                <c:pt idx="11">
                  <c:v>0.6307</c:v>
                </c:pt>
                <c:pt idx="12">
                  <c:v>0.7242</c:v>
                </c:pt>
                <c:pt idx="13">
                  <c:v>0.8176</c:v>
                </c:pt>
                <c:pt idx="14">
                  <c:v>0.9144</c:v>
                </c:pt>
                <c:pt idx="15">
                  <c:v>0.9945</c:v>
                </c:pt>
                <c:pt idx="16">
                  <c:v>1.1079</c:v>
                </c:pt>
                <c:pt idx="17">
                  <c:v>1.2247</c:v>
                </c:pt>
                <c:pt idx="18">
                  <c:v>1.3415</c:v>
                </c:pt>
                <c:pt idx="19">
                  <c:v>1.465</c:v>
                </c:pt>
                <c:pt idx="20">
                  <c:v>1.6018</c:v>
                </c:pt>
                <c:pt idx="21">
                  <c:v>1.7587</c:v>
                </c:pt>
                <c:pt idx="22">
                  <c:v>1.9022</c:v>
                </c:pt>
                <c:pt idx="23">
                  <c:v>2.059</c:v>
                </c:pt>
                <c:pt idx="24">
                  <c:v>2.2392</c:v>
                </c:pt>
                <c:pt idx="25">
                  <c:v>2.4127</c:v>
                </c:pt>
                <c:pt idx="26">
                  <c:v>2.5963</c:v>
                </c:pt>
                <c:pt idx="27">
                  <c:v>2.7932</c:v>
                </c:pt>
                <c:pt idx="28">
                  <c:v>2.9867</c:v>
                </c:pt>
                <c:pt idx="29">
                  <c:v>3.2003</c:v>
                </c:pt>
                <c:pt idx="30">
                  <c:v>3.4139</c:v>
                </c:pt>
                <c:pt idx="31">
                  <c:v>3.6508</c:v>
                </c:pt>
                <c:pt idx="32">
                  <c:v>3.8911</c:v>
                </c:pt>
                <c:pt idx="33">
                  <c:v>4.158</c:v>
                </c:pt>
                <c:pt idx="34">
                  <c:v>4.415</c:v>
                </c:pt>
                <c:pt idx="35">
                  <c:v>4.6886</c:v>
                </c:pt>
                <c:pt idx="36">
                  <c:v>4.9489</c:v>
                </c:pt>
                <c:pt idx="37">
                  <c:v>5.2259</c:v>
                </c:pt>
                <c:pt idx="38">
                  <c:v>5.5129</c:v>
                </c:pt>
                <c:pt idx="39">
                  <c:v>5.8199</c:v>
                </c:pt>
                <c:pt idx="40">
                  <c:v>6.1069</c:v>
                </c:pt>
                <c:pt idx="41">
                  <c:v>6.4206</c:v>
                </c:pt>
                <c:pt idx="42">
                  <c:v>6.7376</c:v>
                </c:pt>
                <c:pt idx="43">
                  <c:v>7.068</c:v>
                </c:pt>
                <c:pt idx="44">
                  <c:v>7.395</c:v>
                </c:pt>
                <c:pt idx="45">
                  <c:v>7.7221</c:v>
                </c:pt>
                <c:pt idx="46">
                  <c:v>8.0491</c:v>
                </c:pt>
                <c:pt idx="47">
                  <c:v>8.3762</c:v>
                </c:pt>
                <c:pt idx="48">
                  <c:v>8.7199</c:v>
                </c:pt>
                <c:pt idx="49">
                  <c:v>9.0636</c:v>
                </c:pt>
                <c:pt idx="50">
                  <c:v>9.4274</c:v>
                </c:pt>
                <c:pt idx="51">
                  <c:v>9.7744</c:v>
                </c:pt>
                <c:pt idx="52">
                  <c:v>10.1315</c:v>
                </c:pt>
                <c:pt idx="53">
                  <c:v>10.4785</c:v>
                </c:pt>
                <c:pt idx="54">
                  <c:v>10.8356</c:v>
                </c:pt>
                <c:pt idx="55">
                  <c:v>11.2027</c:v>
                </c:pt>
                <c:pt idx="56">
                  <c:v>11.5765</c:v>
                </c:pt>
                <c:pt idx="57">
                  <c:v>11.9569</c:v>
                </c:pt>
                <c:pt idx="58">
                  <c:v>12.3273</c:v>
                </c:pt>
                <c:pt idx="59">
                  <c:v>12.691</c:v>
                </c:pt>
                <c:pt idx="60">
                  <c:v>13.0681</c:v>
                </c:pt>
                <c:pt idx="61">
                  <c:v>13.4486</c:v>
                </c:pt>
                <c:pt idx="62">
                  <c:v>13.829</c:v>
                </c:pt>
                <c:pt idx="63">
                  <c:v>14.2028</c:v>
                </c:pt>
                <c:pt idx="64">
                  <c:v>14.5899</c:v>
                </c:pt>
                <c:pt idx="65">
                  <c:v>14.9703</c:v>
                </c:pt>
                <c:pt idx="66">
                  <c:v>15.3574</c:v>
                </c:pt>
                <c:pt idx="67">
                  <c:v>15.7512</c:v>
                </c:pt>
                <c:pt idx="68">
                  <c:v>16.1383</c:v>
                </c:pt>
                <c:pt idx="69">
                  <c:v>16.5254</c:v>
                </c:pt>
                <c:pt idx="70">
                  <c:v>16.9292</c:v>
                </c:pt>
                <c:pt idx="71">
                  <c:v>17.3163</c:v>
                </c:pt>
                <c:pt idx="72">
                  <c:v>17.7001</c:v>
                </c:pt>
                <c:pt idx="73">
                  <c:v>18.0872</c:v>
                </c:pt>
                <c:pt idx="74">
                  <c:v>18.4876</c:v>
                </c:pt>
                <c:pt idx="75">
                  <c:v>18.8781</c:v>
                </c:pt>
                <c:pt idx="76">
                  <c:v>19.2718</c:v>
                </c:pt>
                <c:pt idx="77">
                  <c:v>19.669</c:v>
                </c:pt>
                <c:pt idx="78">
                  <c:v>20.0527</c:v>
                </c:pt>
                <c:pt idx="79">
                  <c:v>20.4298</c:v>
                </c:pt>
                <c:pt idx="80">
                  <c:v>20.8236</c:v>
                </c:pt>
                <c:pt idx="81">
                  <c:v>21.2174</c:v>
                </c:pt>
                <c:pt idx="82">
                  <c:v>21.6045</c:v>
                </c:pt>
                <c:pt idx="83">
                  <c:v>22.0016</c:v>
                </c:pt>
                <c:pt idx="84">
                  <c:v>22.3987</c:v>
                </c:pt>
                <c:pt idx="85">
                  <c:v>22.7825</c:v>
                </c:pt>
                <c:pt idx="86">
                  <c:v>23.1796</c:v>
                </c:pt>
                <c:pt idx="87">
                  <c:v>23.57</c:v>
                </c:pt>
                <c:pt idx="88">
                  <c:v>23.9505</c:v>
                </c:pt>
                <c:pt idx="89">
                  <c:v>24.3476</c:v>
                </c:pt>
                <c:pt idx="90">
                  <c:v>24.738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spPr>
            <a:ln w="1905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Sheet1!$D$2:$D$92</c:f>
              <c:numCache>
                <c:formatCode>General</c:formatCode>
                <c:ptCount val="91"/>
                <c:pt idx="0">
                  <c:v>0.0532</c:v>
                </c:pt>
                <c:pt idx="1">
                  <c:v>0.1099</c:v>
                </c:pt>
                <c:pt idx="2">
                  <c:v>0.1588</c:v>
                </c:pt>
                <c:pt idx="3">
                  <c:v>0.2234</c:v>
                </c:pt>
                <c:pt idx="4">
                  <c:v>0.2998</c:v>
                </c:pt>
                <c:pt idx="5">
                  <c:v>0.3621</c:v>
                </c:pt>
                <c:pt idx="6">
                  <c:v>0.4424</c:v>
                </c:pt>
                <c:pt idx="7">
                  <c:v>0.5245</c:v>
                </c:pt>
                <c:pt idx="8">
                  <c:v>0.6388</c:v>
                </c:pt>
                <c:pt idx="9">
                  <c:v>0.713</c:v>
                </c:pt>
                <c:pt idx="10">
                  <c:v>0.8236</c:v>
                </c:pt>
                <c:pt idx="11">
                  <c:v>0.9305</c:v>
                </c:pt>
                <c:pt idx="12">
                  <c:v>1.0478</c:v>
                </c:pt>
                <c:pt idx="13">
                  <c:v>1.1962</c:v>
                </c:pt>
                <c:pt idx="14">
                  <c:v>1.3321</c:v>
                </c:pt>
                <c:pt idx="15">
                  <c:v>1.5029</c:v>
                </c:pt>
                <c:pt idx="16">
                  <c:v>1.653</c:v>
                </c:pt>
                <c:pt idx="17">
                  <c:v>1.8225</c:v>
                </c:pt>
                <c:pt idx="18">
                  <c:v>1.9929</c:v>
                </c:pt>
                <c:pt idx="19">
                  <c:v>2.172</c:v>
                </c:pt>
                <c:pt idx="20">
                  <c:v>2.371</c:v>
                </c:pt>
                <c:pt idx="21">
                  <c:v>2.5778</c:v>
                </c:pt>
                <c:pt idx="22">
                  <c:v>2.8019</c:v>
                </c:pt>
                <c:pt idx="23">
                  <c:v>3.0118</c:v>
                </c:pt>
                <c:pt idx="24">
                  <c:v>3.2808</c:v>
                </c:pt>
                <c:pt idx="25">
                  <c:v>3.5377</c:v>
                </c:pt>
                <c:pt idx="26">
                  <c:v>3.8288</c:v>
                </c:pt>
                <c:pt idx="27">
                  <c:v>4.1013</c:v>
                </c:pt>
                <c:pt idx="28">
                  <c:v>4.4012</c:v>
                </c:pt>
                <c:pt idx="29">
                  <c:v>4.7462</c:v>
                </c:pt>
                <c:pt idx="30">
                  <c:v>5.0579</c:v>
                </c:pt>
                <c:pt idx="31">
                  <c:v>5.3747</c:v>
                </c:pt>
                <c:pt idx="32">
                  <c:v>5.7144</c:v>
                </c:pt>
                <c:pt idx="33">
                  <c:v>6.0778</c:v>
                </c:pt>
                <c:pt idx="34">
                  <c:v>6.4552</c:v>
                </c:pt>
                <c:pt idx="35">
                  <c:v>6.8506</c:v>
                </c:pt>
                <c:pt idx="36">
                  <c:v>7.2395</c:v>
                </c:pt>
                <c:pt idx="37">
                  <c:v>7.6237</c:v>
                </c:pt>
                <c:pt idx="38">
                  <c:v>8.0313</c:v>
                </c:pt>
                <c:pt idx="39">
                  <c:v>8.468</c:v>
                </c:pt>
                <c:pt idx="40">
                  <c:v>8.9052</c:v>
                </c:pt>
                <c:pt idx="41">
                  <c:v>9.3237</c:v>
                </c:pt>
                <c:pt idx="42">
                  <c:v>9.7727</c:v>
                </c:pt>
                <c:pt idx="43">
                  <c:v>10.2461</c:v>
                </c:pt>
                <c:pt idx="44">
                  <c:v>10.7356</c:v>
                </c:pt>
                <c:pt idx="45">
                  <c:v>11.2145</c:v>
                </c:pt>
                <c:pt idx="46">
                  <c:v>11.6975</c:v>
                </c:pt>
                <c:pt idx="47">
                  <c:v>12.1692</c:v>
                </c:pt>
                <c:pt idx="48">
                  <c:v>12.6515</c:v>
                </c:pt>
                <c:pt idx="49">
                  <c:v>13.1494</c:v>
                </c:pt>
                <c:pt idx="50">
                  <c:v>13.6579</c:v>
                </c:pt>
                <c:pt idx="51">
                  <c:v>14.1722</c:v>
                </c:pt>
                <c:pt idx="52">
                  <c:v>14.6792</c:v>
                </c:pt>
                <c:pt idx="53">
                  <c:v>15.1829</c:v>
                </c:pt>
                <c:pt idx="54">
                  <c:v>15.6947</c:v>
                </c:pt>
                <c:pt idx="55">
                  <c:v>16.2059</c:v>
                </c:pt>
                <c:pt idx="56">
                  <c:v>16.741</c:v>
                </c:pt>
                <c:pt idx="57">
                  <c:v>17.2458</c:v>
                </c:pt>
                <c:pt idx="58">
                  <c:v>17.776</c:v>
                </c:pt>
                <c:pt idx="59">
                  <c:v>18.3179</c:v>
                </c:pt>
                <c:pt idx="60">
                  <c:v>18.8744</c:v>
                </c:pt>
                <c:pt idx="61">
                  <c:v>19.4168</c:v>
                </c:pt>
                <c:pt idx="62">
                  <c:v>19.972</c:v>
                </c:pt>
                <c:pt idx="63">
                  <c:v>20.5131</c:v>
                </c:pt>
                <c:pt idx="64">
                  <c:v>21.052</c:v>
                </c:pt>
                <c:pt idx="65">
                  <c:v>21.5936</c:v>
                </c:pt>
                <c:pt idx="66">
                  <c:v>22.1617</c:v>
                </c:pt>
                <c:pt idx="67">
                  <c:v>22.7251</c:v>
                </c:pt>
                <c:pt idx="68">
                  <c:v>23.2842</c:v>
                </c:pt>
                <c:pt idx="69">
                  <c:v>23.8767</c:v>
                </c:pt>
                <c:pt idx="70">
                  <c:v>24.432</c:v>
                </c:pt>
                <c:pt idx="71">
                  <c:v>24.9959</c:v>
                </c:pt>
                <c:pt idx="72">
                  <c:v>25.5572</c:v>
                </c:pt>
                <c:pt idx="73">
                  <c:v>26.1131</c:v>
                </c:pt>
                <c:pt idx="74">
                  <c:v>26.6987</c:v>
                </c:pt>
                <c:pt idx="75">
                  <c:v>27.2759</c:v>
                </c:pt>
                <c:pt idx="76">
                  <c:v>27.8207</c:v>
                </c:pt>
                <c:pt idx="77">
                  <c:v>28.3775</c:v>
                </c:pt>
                <c:pt idx="78">
                  <c:v>28.9442</c:v>
                </c:pt>
                <c:pt idx="79">
                  <c:v>29.5154</c:v>
                </c:pt>
                <c:pt idx="80">
                  <c:v>30.0628</c:v>
                </c:pt>
                <c:pt idx="81">
                  <c:v>30.6005</c:v>
                </c:pt>
                <c:pt idx="82">
                  <c:v>31.1425</c:v>
                </c:pt>
                <c:pt idx="83">
                  <c:v>31.7057</c:v>
                </c:pt>
                <c:pt idx="84">
                  <c:v>32.2688</c:v>
                </c:pt>
                <c:pt idx="85">
                  <c:v>32.8374</c:v>
                </c:pt>
                <c:pt idx="86">
                  <c:v>33.3937</c:v>
                </c:pt>
                <c:pt idx="87">
                  <c:v>33.945</c:v>
                </c:pt>
                <c:pt idx="88">
                  <c:v>34.4874</c:v>
                </c:pt>
                <c:pt idx="89">
                  <c:v>35.0568</c:v>
                </c:pt>
                <c:pt idx="90">
                  <c:v>35.6268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spPr>
            <a:ln w="19050">
              <a:solidFill>
                <a:srgbClr val="5B9BD5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Sheet1!$E$2:$E$92</c:f>
              <c:numCache>
                <c:formatCode>General</c:formatCode>
                <c:ptCount val="91"/>
                <c:pt idx="0">
                  <c:v>0.04</c:v>
                </c:pt>
                <c:pt idx="1">
                  <c:v>0.0734</c:v>
                </c:pt>
                <c:pt idx="2">
                  <c:v>0.1235</c:v>
                </c:pt>
                <c:pt idx="3">
                  <c:v>0.1635</c:v>
                </c:pt>
                <c:pt idx="4">
                  <c:v>0.2036</c:v>
                </c:pt>
                <c:pt idx="5">
                  <c:v>0.2469</c:v>
                </c:pt>
                <c:pt idx="6">
                  <c:v>0.2937</c:v>
                </c:pt>
                <c:pt idx="7">
                  <c:v>0.3337</c:v>
                </c:pt>
                <c:pt idx="8">
                  <c:v>0.3971</c:v>
                </c:pt>
                <c:pt idx="9">
                  <c:v>0.4672</c:v>
                </c:pt>
                <c:pt idx="10">
                  <c:v>0.5373</c:v>
                </c:pt>
                <c:pt idx="11">
                  <c:v>0.6107</c:v>
                </c:pt>
                <c:pt idx="12">
                  <c:v>0.6975</c:v>
                </c:pt>
                <c:pt idx="13">
                  <c:v>0.8009</c:v>
                </c:pt>
                <c:pt idx="14">
                  <c:v>0.8977</c:v>
                </c:pt>
                <c:pt idx="15">
                  <c:v>0.9978</c:v>
                </c:pt>
                <c:pt idx="16">
                  <c:v>1.1046</c:v>
                </c:pt>
                <c:pt idx="17">
                  <c:v>1.2214</c:v>
                </c:pt>
                <c:pt idx="18">
                  <c:v>1.3348</c:v>
                </c:pt>
                <c:pt idx="19">
                  <c:v>1.4683</c:v>
                </c:pt>
                <c:pt idx="20">
                  <c:v>1.6118</c:v>
                </c:pt>
                <c:pt idx="21">
                  <c:v>1.7753</c:v>
                </c:pt>
                <c:pt idx="22">
                  <c:v>1.9422</c:v>
                </c:pt>
                <c:pt idx="23">
                  <c:v>2.1191</c:v>
                </c:pt>
                <c:pt idx="24">
                  <c:v>2.2893</c:v>
                </c:pt>
                <c:pt idx="25">
                  <c:v>2.4795</c:v>
                </c:pt>
                <c:pt idx="26">
                  <c:v>2.663</c:v>
                </c:pt>
                <c:pt idx="27">
                  <c:v>2.8699</c:v>
                </c:pt>
                <c:pt idx="28">
                  <c:v>3.0868</c:v>
                </c:pt>
                <c:pt idx="29">
                  <c:v>3.3004</c:v>
                </c:pt>
                <c:pt idx="30">
                  <c:v>3.5474</c:v>
                </c:pt>
                <c:pt idx="31">
                  <c:v>3.791</c:v>
                </c:pt>
                <c:pt idx="32">
                  <c:v>4.0246</c:v>
                </c:pt>
                <c:pt idx="33">
                  <c:v>4.2849</c:v>
                </c:pt>
                <c:pt idx="34">
                  <c:v>4.5452</c:v>
                </c:pt>
                <c:pt idx="35">
                  <c:v>4.8188</c:v>
                </c:pt>
                <c:pt idx="36">
                  <c:v>5.1024</c:v>
                </c:pt>
                <c:pt idx="37">
                  <c:v>5.3928</c:v>
                </c:pt>
                <c:pt idx="38">
                  <c:v>5.6731</c:v>
                </c:pt>
                <c:pt idx="39">
                  <c:v>5.9668</c:v>
                </c:pt>
                <c:pt idx="40">
                  <c:v>6.2838</c:v>
                </c:pt>
                <c:pt idx="41">
                  <c:v>6.6108</c:v>
                </c:pt>
                <c:pt idx="42">
                  <c:v>6.9479</c:v>
                </c:pt>
                <c:pt idx="43">
                  <c:v>7.2916</c:v>
                </c:pt>
                <c:pt idx="44">
                  <c:v>7.6086</c:v>
                </c:pt>
                <c:pt idx="45">
                  <c:v>7.9523</c:v>
                </c:pt>
                <c:pt idx="46">
                  <c:v>8.2794</c:v>
                </c:pt>
                <c:pt idx="47">
                  <c:v>8.6398</c:v>
                </c:pt>
                <c:pt idx="48">
                  <c:v>8.9935</c:v>
                </c:pt>
                <c:pt idx="49">
                  <c:v>9.3406</c:v>
                </c:pt>
                <c:pt idx="50">
                  <c:v>9.7177</c:v>
                </c:pt>
                <c:pt idx="51">
                  <c:v>10.0881</c:v>
                </c:pt>
                <c:pt idx="52">
                  <c:v>10.4418</c:v>
                </c:pt>
                <c:pt idx="53">
                  <c:v>10.8156</c:v>
                </c:pt>
                <c:pt idx="54">
                  <c:v>11.1827</c:v>
                </c:pt>
                <c:pt idx="55">
                  <c:v>11.5598</c:v>
                </c:pt>
                <c:pt idx="56">
                  <c:v>11.9335</c:v>
                </c:pt>
                <c:pt idx="57">
                  <c:v>12.3273</c:v>
                </c:pt>
                <c:pt idx="58">
                  <c:v>12.6977</c:v>
                </c:pt>
                <c:pt idx="59">
                  <c:v>13.0848</c:v>
                </c:pt>
                <c:pt idx="60">
                  <c:v>13.4853</c:v>
                </c:pt>
                <c:pt idx="61">
                  <c:v>13.8657</c:v>
                </c:pt>
                <c:pt idx="62">
                  <c:v>14.2562</c:v>
                </c:pt>
                <c:pt idx="63">
                  <c:v>14.6499</c:v>
                </c:pt>
                <c:pt idx="64">
                  <c:v>15.037</c:v>
                </c:pt>
                <c:pt idx="65">
                  <c:v>15.4375</c:v>
                </c:pt>
                <c:pt idx="66">
                  <c:v>15.8346</c:v>
                </c:pt>
                <c:pt idx="67">
                  <c:v>16.2217</c:v>
                </c:pt>
                <c:pt idx="68">
                  <c:v>16.6322</c:v>
                </c:pt>
                <c:pt idx="69">
                  <c:v>17.036</c:v>
                </c:pt>
                <c:pt idx="70">
                  <c:v>17.4331</c:v>
                </c:pt>
                <c:pt idx="71">
                  <c:v>17.8269</c:v>
                </c:pt>
                <c:pt idx="72">
                  <c:v>18.2207</c:v>
                </c:pt>
                <c:pt idx="73">
                  <c:v>18.6311</c:v>
                </c:pt>
                <c:pt idx="74">
                  <c:v>19.0316</c:v>
                </c:pt>
                <c:pt idx="75">
                  <c:v>19.4387</c:v>
                </c:pt>
                <c:pt idx="76">
                  <c:v>19.8392</c:v>
                </c:pt>
                <c:pt idx="77">
                  <c:v>20.2463</c:v>
                </c:pt>
                <c:pt idx="78">
                  <c:v>20.6501</c:v>
                </c:pt>
                <c:pt idx="79">
                  <c:v>21.0605</c:v>
                </c:pt>
                <c:pt idx="80">
                  <c:v>21.4643</c:v>
                </c:pt>
                <c:pt idx="81">
                  <c:v>21.8748</c:v>
                </c:pt>
                <c:pt idx="82">
                  <c:v>22.2853</c:v>
                </c:pt>
                <c:pt idx="83">
                  <c:v>22.689</c:v>
                </c:pt>
                <c:pt idx="84">
                  <c:v>23.0862</c:v>
                </c:pt>
                <c:pt idx="85">
                  <c:v>23.4833</c:v>
                </c:pt>
                <c:pt idx="86">
                  <c:v>23.8837</c:v>
                </c:pt>
                <c:pt idx="87">
                  <c:v>24.2809</c:v>
                </c:pt>
                <c:pt idx="88">
                  <c:v>24.6947</c:v>
                </c:pt>
                <c:pt idx="89">
                  <c:v>25.1018</c:v>
                </c:pt>
                <c:pt idx="90">
                  <c:v>25.5223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spPr>
            <a:ln w="19050">
              <a:solidFill>
                <a:srgbClr val="006AC6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Sheet1!$F$2:$F$92</c:f>
              <c:numCache>
                <c:formatCode>General</c:formatCode>
                <c:ptCount val="91"/>
                <c:pt idx="0">
                  <c:v>0.0548</c:v>
                </c:pt>
                <c:pt idx="1">
                  <c:v>0.0936</c:v>
                </c:pt>
                <c:pt idx="2">
                  <c:v>0.1527</c:v>
                </c:pt>
                <c:pt idx="3">
                  <c:v>0.2212</c:v>
                </c:pt>
                <c:pt idx="4">
                  <c:v>0.2769</c:v>
                </c:pt>
                <c:pt idx="5">
                  <c:v>0.355</c:v>
                </c:pt>
                <c:pt idx="6">
                  <c:v>0.4468</c:v>
                </c:pt>
                <c:pt idx="7">
                  <c:v>0.5358</c:v>
                </c:pt>
                <c:pt idx="8">
                  <c:v>0.6281</c:v>
                </c:pt>
                <c:pt idx="9">
                  <c:v>0.7284</c:v>
                </c:pt>
                <c:pt idx="10">
                  <c:v>0.8705</c:v>
                </c:pt>
                <c:pt idx="11">
                  <c:v>0.9961</c:v>
                </c:pt>
                <c:pt idx="12">
                  <c:v>1.1222</c:v>
                </c:pt>
                <c:pt idx="13">
                  <c:v>1.2641</c:v>
                </c:pt>
                <c:pt idx="14">
                  <c:v>1.434</c:v>
                </c:pt>
                <c:pt idx="15">
                  <c:v>1.5932</c:v>
                </c:pt>
                <c:pt idx="16">
                  <c:v>1.7791</c:v>
                </c:pt>
                <c:pt idx="17">
                  <c:v>1.98</c:v>
                </c:pt>
                <c:pt idx="18">
                  <c:v>2.1934</c:v>
                </c:pt>
                <c:pt idx="19">
                  <c:v>2.4282</c:v>
                </c:pt>
                <c:pt idx="20">
                  <c:v>2.6505</c:v>
                </c:pt>
                <c:pt idx="21">
                  <c:v>2.9083</c:v>
                </c:pt>
                <c:pt idx="22">
                  <c:v>3.1546</c:v>
                </c:pt>
                <c:pt idx="23">
                  <c:v>3.4201</c:v>
                </c:pt>
                <c:pt idx="24">
                  <c:v>3.7208</c:v>
                </c:pt>
                <c:pt idx="25">
                  <c:v>4.031</c:v>
                </c:pt>
                <c:pt idx="26">
                  <c:v>4.345</c:v>
                </c:pt>
                <c:pt idx="27">
                  <c:v>4.658</c:v>
                </c:pt>
                <c:pt idx="28">
                  <c:v>5.0084</c:v>
                </c:pt>
                <c:pt idx="29">
                  <c:v>5.3577</c:v>
                </c:pt>
                <c:pt idx="30">
                  <c:v>5.7176</c:v>
                </c:pt>
                <c:pt idx="31">
                  <c:v>6.0953</c:v>
                </c:pt>
                <c:pt idx="32">
                  <c:v>6.4989</c:v>
                </c:pt>
                <c:pt idx="33">
                  <c:v>6.8852</c:v>
                </c:pt>
                <c:pt idx="34">
                  <c:v>7.3176</c:v>
                </c:pt>
                <c:pt idx="35">
                  <c:v>7.7605</c:v>
                </c:pt>
                <c:pt idx="36">
                  <c:v>8.2062</c:v>
                </c:pt>
                <c:pt idx="37">
                  <c:v>8.6855</c:v>
                </c:pt>
                <c:pt idx="38">
                  <c:v>9.171</c:v>
                </c:pt>
                <c:pt idx="39">
                  <c:v>9.652</c:v>
                </c:pt>
                <c:pt idx="40">
                  <c:v>10.1429</c:v>
                </c:pt>
                <c:pt idx="41">
                  <c:v>10.6623</c:v>
                </c:pt>
                <c:pt idx="42">
                  <c:v>11.1624</c:v>
                </c:pt>
                <c:pt idx="43">
                  <c:v>11.6875</c:v>
                </c:pt>
                <c:pt idx="44">
                  <c:v>12.2176</c:v>
                </c:pt>
                <c:pt idx="45">
                  <c:v>12.7654</c:v>
                </c:pt>
                <c:pt idx="46">
                  <c:v>13.3228</c:v>
                </c:pt>
                <c:pt idx="47">
                  <c:v>13.8853</c:v>
                </c:pt>
                <c:pt idx="48">
                  <c:v>14.4693</c:v>
                </c:pt>
                <c:pt idx="49">
                  <c:v>15.0479</c:v>
                </c:pt>
                <c:pt idx="50">
                  <c:v>15.6256</c:v>
                </c:pt>
                <c:pt idx="51">
                  <c:v>16.1972</c:v>
                </c:pt>
                <c:pt idx="52">
                  <c:v>16.7997</c:v>
                </c:pt>
                <c:pt idx="53">
                  <c:v>17.4045</c:v>
                </c:pt>
                <c:pt idx="54">
                  <c:v>18.026</c:v>
                </c:pt>
                <c:pt idx="55">
                  <c:v>18.6229</c:v>
                </c:pt>
                <c:pt idx="56">
                  <c:v>19.234</c:v>
                </c:pt>
                <c:pt idx="57">
                  <c:v>19.8477</c:v>
                </c:pt>
                <c:pt idx="58">
                  <c:v>20.4644</c:v>
                </c:pt>
                <c:pt idx="59">
                  <c:v>21.0855</c:v>
                </c:pt>
                <c:pt idx="60">
                  <c:v>21.6868</c:v>
                </c:pt>
                <c:pt idx="61">
                  <c:v>22.3243</c:v>
                </c:pt>
                <c:pt idx="62">
                  <c:v>22.962</c:v>
                </c:pt>
                <c:pt idx="63">
                  <c:v>23.6084</c:v>
                </c:pt>
                <c:pt idx="64">
                  <c:v>24.2716</c:v>
                </c:pt>
                <c:pt idx="65">
                  <c:v>24.9028</c:v>
                </c:pt>
                <c:pt idx="66">
                  <c:v>25.5396</c:v>
                </c:pt>
                <c:pt idx="67">
                  <c:v>26.1786</c:v>
                </c:pt>
                <c:pt idx="68">
                  <c:v>26.8446</c:v>
                </c:pt>
                <c:pt idx="69">
                  <c:v>27.4636</c:v>
                </c:pt>
                <c:pt idx="70">
                  <c:v>28.1132</c:v>
                </c:pt>
                <c:pt idx="71">
                  <c:v>28.7381</c:v>
                </c:pt>
                <c:pt idx="72">
                  <c:v>29.3496</c:v>
                </c:pt>
                <c:pt idx="73">
                  <c:v>29.9694</c:v>
                </c:pt>
                <c:pt idx="74">
                  <c:v>30.5984</c:v>
                </c:pt>
                <c:pt idx="75">
                  <c:v>31.2605</c:v>
                </c:pt>
                <c:pt idx="76">
                  <c:v>31.8978</c:v>
                </c:pt>
                <c:pt idx="77">
                  <c:v>32.5444</c:v>
                </c:pt>
                <c:pt idx="78">
                  <c:v>33.1794</c:v>
                </c:pt>
                <c:pt idx="79">
                  <c:v>33.8381</c:v>
                </c:pt>
                <c:pt idx="80">
                  <c:v>34.4749</c:v>
                </c:pt>
                <c:pt idx="81">
                  <c:v>35.144</c:v>
                </c:pt>
                <c:pt idx="82">
                  <c:v>35.7832</c:v>
                </c:pt>
                <c:pt idx="83">
                  <c:v>36.4259</c:v>
                </c:pt>
                <c:pt idx="84">
                  <c:v>37.0805</c:v>
                </c:pt>
                <c:pt idx="85">
                  <c:v>37.7343</c:v>
                </c:pt>
                <c:pt idx="86">
                  <c:v>38.4067</c:v>
                </c:pt>
                <c:pt idx="87">
                  <c:v>39.0623</c:v>
                </c:pt>
                <c:pt idx="88">
                  <c:v>39.7008</c:v>
                </c:pt>
                <c:pt idx="89">
                  <c:v>40.3479</c:v>
                </c:pt>
                <c:pt idx="90">
                  <c:v>40.995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spPr>
            <a:ln w="19050">
              <a:solidFill>
                <a:srgbClr val="006AC6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Sheet1!$G$2:$G$92</c:f>
              <c:numCache>
                <c:formatCode>General</c:formatCode>
                <c:ptCount val="91"/>
                <c:pt idx="0">
                  <c:v>0.0334</c:v>
                </c:pt>
                <c:pt idx="1">
                  <c:v>0.0667</c:v>
                </c:pt>
                <c:pt idx="2">
                  <c:v>0.1101</c:v>
                </c:pt>
                <c:pt idx="3">
                  <c:v>0.1468</c:v>
                </c:pt>
                <c:pt idx="4">
                  <c:v>0.1902</c:v>
                </c:pt>
                <c:pt idx="5">
                  <c:v>0.2403</c:v>
                </c:pt>
                <c:pt idx="6">
                  <c:v>0.3037</c:v>
                </c:pt>
                <c:pt idx="7">
                  <c:v>0.3604</c:v>
                </c:pt>
                <c:pt idx="8">
                  <c:v>0.4205</c:v>
                </c:pt>
                <c:pt idx="9">
                  <c:v>0.4772</c:v>
                </c:pt>
                <c:pt idx="10">
                  <c:v>0.554</c:v>
                </c:pt>
                <c:pt idx="11">
                  <c:v>0.6274</c:v>
                </c:pt>
                <c:pt idx="12">
                  <c:v>0.7141</c:v>
                </c:pt>
                <c:pt idx="13">
                  <c:v>0.7876</c:v>
                </c:pt>
                <c:pt idx="14">
                  <c:v>0.891</c:v>
                </c:pt>
                <c:pt idx="15">
                  <c:v>0.9811</c:v>
                </c:pt>
                <c:pt idx="16">
                  <c:v>1.0846</c:v>
                </c:pt>
                <c:pt idx="17">
                  <c:v>1.208</c:v>
                </c:pt>
                <c:pt idx="18">
                  <c:v>1.3215</c:v>
                </c:pt>
                <c:pt idx="19">
                  <c:v>1.4516</c:v>
                </c:pt>
                <c:pt idx="20">
                  <c:v>1.5918</c:v>
                </c:pt>
                <c:pt idx="21">
                  <c:v>1.732</c:v>
                </c:pt>
                <c:pt idx="22">
                  <c:v>1.8988</c:v>
                </c:pt>
                <c:pt idx="23">
                  <c:v>2.0757</c:v>
                </c:pt>
                <c:pt idx="24">
                  <c:v>2.2325</c:v>
                </c:pt>
                <c:pt idx="25">
                  <c:v>2.4027</c:v>
                </c:pt>
                <c:pt idx="26">
                  <c:v>2.5996</c:v>
                </c:pt>
                <c:pt idx="27">
                  <c:v>2.7898</c:v>
                </c:pt>
                <c:pt idx="28">
                  <c:v>2.9967</c:v>
                </c:pt>
                <c:pt idx="29">
                  <c:v>3.217</c:v>
                </c:pt>
                <c:pt idx="30">
                  <c:v>3.4506</c:v>
                </c:pt>
                <c:pt idx="31">
                  <c:v>3.6842</c:v>
                </c:pt>
                <c:pt idx="32">
                  <c:v>3.9311</c:v>
                </c:pt>
                <c:pt idx="33">
                  <c:v>4.1781</c:v>
                </c:pt>
                <c:pt idx="34">
                  <c:v>4.4484</c:v>
                </c:pt>
                <c:pt idx="35">
                  <c:v>4.7153</c:v>
                </c:pt>
                <c:pt idx="36">
                  <c:v>4.9957</c:v>
                </c:pt>
                <c:pt idx="37">
                  <c:v>5.276</c:v>
                </c:pt>
                <c:pt idx="38">
                  <c:v>5.5696</c:v>
                </c:pt>
                <c:pt idx="39">
                  <c:v>5.8666</c:v>
                </c:pt>
                <c:pt idx="40">
                  <c:v>6.1703</c:v>
                </c:pt>
                <c:pt idx="41">
                  <c:v>6.474</c:v>
                </c:pt>
                <c:pt idx="42">
                  <c:v>6.7977</c:v>
                </c:pt>
                <c:pt idx="43">
                  <c:v>7.1314</c:v>
                </c:pt>
                <c:pt idx="44">
                  <c:v>7.4618</c:v>
                </c:pt>
                <c:pt idx="45">
                  <c:v>7.8022</c:v>
                </c:pt>
                <c:pt idx="46">
                  <c:v>8.1492</c:v>
                </c:pt>
                <c:pt idx="47">
                  <c:v>8.4996</c:v>
                </c:pt>
                <c:pt idx="48">
                  <c:v>8.85</c:v>
                </c:pt>
                <c:pt idx="49">
                  <c:v>9.2038</c:v>
                </c:pt>
                <c:pt idx="50">
                  <c:v>9.5675</c:v>
                </c:pt>
                <c:pt idx="51">
                  <c:v>9.9279</c:v>
                </c:pt>
                <c:pt idx="52">
                  <c:v>10.2817</c:v>
                </c:pt>
                <c:pt idx="53">
                  <c:v>10.6487</c:v>
                </c:pt>
                <c:pt idx="54">
                  <c:v>11.0025</c:v>
                </c:pt>
                <c:pt idx="55">
                  <c:v>11.3729</c:v>
                </c:pt>
                <c:pt idx="56">
                  <c:v>11.75</c:v>
                </c:pt>
                <c:pt idx="57">
                  <c:v>12.1371</c:v>
                </c:pt>
                <c:pt idx="58">
                  <c:v>12.5175</c:v>
                </c:pt>
                <c:pt idx="59">
                  <c:v>12.9046</c:v>
                </c:pt>
                <c:pt idx="60">
                  <c:v>13.2851</c:v>
                </c:pt>
                <c:pt idx="61">
                  <c:v>13.6622</c:v>
                </c:pt>
                <c:pt idx="62">
                  <c:v>14.0359</c:v>
                </c:pt>
                <c:pt idx="63">
                  <c:v>14.4163</c:v>
                </c:pt>
                <c:pt idx="64">
                  <c:v>14.7934</c:v>
                </c:pt>
                <c:pt idx="65">
                  <c:v>15.1872</c:v>
                </c:pt>
                <c:pt idx="66">
                  <c:v>15.5743</c:v>
                </c:pt>
                <c:pt idx="67">
                  <c:v>15.9714</c:v>
                </c:pt>
                <c:pt idx="68">
                  <c:v>16.3652</c:v>
                </c:pt>
                <c:pt idx="69">
                  <c:v>16.7657</c:v>
                </c:pt>
                <c:pt idx="70">
                  <c:v>17.1695</c:v>
                </c:pt>
                <c:pt idx="71">
                  <c:v>17.5599</c:v>
                </c:pt>
                <c:pt idx="72">
                  <c:v>17.9537</c:v>
                </c:pt>
                <c:pt idx="73">
                  <c:v>18.3441</c:v>
                </c:pt>
                <c:pt idx="74">
                  <c:v>18.7279</c:v>
                </c:pt>
                <c:pt idx="75">
                  <c:v>19.1317</c:v>
                </c:pt>
                <c:pt idx="76">
                  <c:v>19.5388</c:v>
                </c:pt>
                <c:pt idx="77">
                  <c:v>19.9359</c:v>
                </c:pt>
                <c:pt idx="78">
                  <c:v>20.3297</c:v>
                </c:pt>
                <c:pt idx="79">
                  <c:v>20.7368</c:v>
                </c:pt>
                <c:pt idx="80">
                  <c:v>21.1173</c:v>
                </c:pt>
                <c:pt idx="81">
                  <c:v>21.5177</c:v>
                </c:pt>
                <c:pt idx="82">
                  <c:v>21.9182</c:v>
                </c:pt>
                <c:pt idx="83">
                  <c:v>22.312</c:v>
                </c:pt>
                <c:pt idx="84">
                  <c:v>22.7224</c:v>
                </c:pt>
                <c:pt idx="85">
                  <c:v>23.1295</c:v>
                </c:pt>
                <c:pt idx="86">
                  <c:v>23.5267</c:v>
                </c:pt>
                <c:pt idx="87">
                  <c:v>23.9271</c:v>
                </c:pt>
                <c:pt idx="88">
                  <c:v>24.3242</c:v>
                </c:pt>
                <c:pt idx="89">
                  <c:v>24.7214</c:v>
                </c:pt>
                <c:pt idx="90">
                  <c:v>25.1118</c:v>
                </c:pt>
              </c:numCache>
            </c:numRef>
          </c:val>
          <c:smooth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spPr>
            <a:ln w="19050">
              <a:solidFill>
                <a:srgbClr val="003168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Sheet1!$H$2:$H$92</c:f>
              <c:numCache>
                <c:formatCode>General</c:formatCode>
                <c:ptCount val="91"/>
                <c:pt idx="0">
                  <c:v>0.0654</c:v>
                </c:pt>
                <c:pt idx="1">
                  <c:v>0.1322</c:v>
                </c:pt>
                <c:pt idx="2">
                  <c:v>0.18</c:v>
                </c:pt>
                <c:pt idx="3">
                  <c:v>0.2729</c:v>
                </c:pt>
                <c:pt idx="4">
                  <c:v>0.3702</c:v>
                </c:pt>
                <c:pt idx="5">
                  <c:v>0.4507</c:v>
                </c:pt>
                <c:pt idx="6">
                  <c:v>0.5236</c:v>
                </c:pt>
                <c:pt idx="7">
                  <c:v>0.6037</c:v>
                </c:pt>
                <c:pt idx="8">
                  <c:v>0.7073</c:v>
                </c:pt>
                <c:pt idx="9">
                  <c:v>0.8017</c:v>
                </c:pt>
                <c:pt idx="10">
                  <c:v>0.9152</c:v>
                </c:pt>
                <c:pt idx="11">
                  <c:v>1.0515</c:v>
                </c:pt>
                <c:pt idx="12">
                  <c:v>1.1639</c:v>
                </c:pt>
                <c:pt idx="13">
                  <c:v>1.3302</c:v>
                </c:pt>
                <c:pt idx="14">
                  <c:v>1.501</c:v>
                </c:pt>
                <c:pt idx="15">
                  <c:v>1.6469</c:v>
                </c:pt>
                <c:pt idx="16">
                  <c:v>1.8014</c:v>
                </c:pt>
                <c:pt idx="17">
                  <c:v>1.9816</c:v>
                </c:pt>
                <c:pt idx="18">
                  <c:v>2.164</c:v>
                </c:pt>
                <c:pt idx="19">
                  <c:v>2.3684</c:v>
                </c:pt>
                <c:pt idx="20">
                  <c:v>2.556</c:v>
                </c:pt>
                <c:pt idx="21">
                  <c:v>2.7862</c:v>
                </c:pt>
                <c:pt idx="22">
                  <c:v>3.0552</c:v>
                </c:pt>
                <c:pt idx="23">
                  <c:v>3.301</c:v>
                </c:pt>
                <c:pt idx="24">
                  <c:v>3.5709</c:v>
                </c:pt>
                <c:pt idx="25">
                  <c:v>3.8393</c:v>
                </c:pt>
                <c:pt idx="26">
                  <c:v>4.1486</c:v>
                </c:pt>
                <c:pt idx="27">
                  <c:v>4.461</c:v>
                </c:pt>
                <c:pt idx="28">
                  <c:v>4.8147</c:v>
                </c:pt>
                <c:pt idx="29">
                  <c:v>5.1605</c:v>
                </c:pt>
                <c:pt idx="30">
                  <c:v>5.513</c:v>
                </c:pt>
                <c:pt idx="31">
                  <c:v>5.8907</c:v>
                </c:pt>
                <c:pt idx="32">
                  <c:v>6.2685</c:v>
                </c:pt>
                <c:pt idx="33">
                  <c:v>6.649</c:v>
                </c:pt>
                <c:pt idx="34">
                  <c:v>7.0631</c:v>
                </c:pt>
                <c:pt idx="35">
                  <c:v>7.4839</c:v>
                </c:pt>
                <c:pt idx="36">
                  <c:v>7.9211</c:v>
                </c:pt>
                <c:pt idx="37">
                  <c:v>8.3727</c:v>
                </c:pt>
                <c:pt idx="38">
                  <c:v>8.8245</c:v>
                </c:pt>
                <c:pt idx="39">
                  <c:v>9.299</c:v>
                </c:pt>
                <c:pt idx="40">
                  <c:v>9.8004</c:v>
                </c:pt>
                <c:pt idx="41">
                  <c:v>10.276</c:v>
                </c:pt>
                <c:pt idx="42">
                  <c:v>10.7971</c:v>
                </c:pt>
                <c:pt idx="43">
                  <c:v>11.302</c:v>
                </c:pt>
                <c:pt idx="44">
                  <c:v>11.809</c:v>
                </c:pt>
                <c:pt idx="45">
                  <c:v>12.3644</c:v>
                </c:pt>
                <c:pt idx="46">
                  <c:v>12.8985</c:v>
                </c:pt>
                <c:pt idx="47">
                  <c:v>13.4552</c:v>
                </c:pt>
                <c:pt idx="48">
                  <c:v>14.0116</c:v>
                </c:pt>
                <c:pt idx="49">
                  <c:v>14.5428</c:v>
                </c:pt>
                <c:pt idx="50">
                  <c:v>15.1026</c:v>
                </c:pt>
                <c:pt idx="51">
                  <c:v>15.6598</c:v>
                </c:pt>
                <c:pt idx="52">
                  <c:v>16.2118</c:v>
                </c:pt>
                <c:pt idx="53">
                  <c:v>16.7633</c:v>
                </c:pt>
                <c:pt idx="54">
                  <c:v>17.3427</c:v>
                </c:pt>
                <c:pt idx="55">
                  <c:v>17.9324</c:v>
                </c:pt>
                <c:pt idx="56">
                  <c:v>18.5234</c:v>
                </c:pt>
                <c:pt idx="57">
                  <c:v>19.1092</c:v>
                </c:pt>
                <c:pt idx="58">
                  <c:v>19.6921</c:v>
                </c:pt>
                <c:pt idx="59">
                  <c:v>20.2755</c:v>
                </c:pt>
                <c:pt idx="60">
                  <c:v>20.8672</c:v>
                </c:pt>
                <c:pt idx="61">
                  <c:v>21.4555</c:v>
                </c:pt>
                <c:pt idx="62">
                  <c:v>22.0566</c:v>
                </c:pt>
                <c:pt idx="63">
                  <c:v>22.6622</c:v>
                </c:pt>
                <c:pt idx="64">
                  <c:v>23.2587</c:v>
                </c:pt>
                <c:pt idx="65">
                  <c:v>23.8656</c:v>
                </c:pt>
                <c:pt idx="66">
                  <c:v>24.4675</c:v>
                </c:pt>
                <c:pt idx="67">
                  <c:v>25.0805</c:v>
                </c:pt>
                <c:pt idx="68">
                  <c:v>25.7014</c:v>
                </c:pt>
                <c:pt idx="69">
                  <c:v>26.3195</c:v>
                </c:pt>
                <c:pt idx="70">
                  <c:v>26.9426</c:v>
                </c:pt>
                <c:pt idx="71">
                  <c:v>27.5401</c:v>
                </c:pt>
                <c:pt idx="72">
                  <c:v>28.1545</c:v>
                </c:pt>
                <c:pt idx="73">
                  <c:v>28.7782</c:v>
                </c:pt>
                <c:pt idx="74">
                  <c:v>29.4074</c:v>
                </c:pt>
                <c:pt idx="75">
                  <c:v>30.0091</c:v>
                </c:pt>
                <c:pt idx="76">
                  <c:v>30.6337</c:v>
                </c:pt>
                <c:pt idx="77">
                  <c:v>31.2721</c:v>
                </c:pt>
                <c:pt idx="78">
                  <c:v>31.8938</c:v>
                </c:pt>
                <c:pt idx="79">
                  <c:v>32.5171</c:v>
                </c:pt>
                <c:pt idx="80">
                  <c:v>33.1478</c:v>
                </c:pt>
                <c:pt idx="81">
                  <c:v>33.7764</c:v>
                </c:pt>
                <c:pt idx="82">
                  <c:v>34.4108</c:v>
                </c:pt>
                <c:pt idx="83">
                  <c:v>35.038</c:v>
                </c:pt>
                <c:pt idx="84">
                  <c:v>35.6667</c:v>
                </c:pt>
                <c:pt idx="85">
                  <c:v>36.2837</c:v>
                </c:pt>
                <c:pt idx="86">
                  <c:v>36.9088</c:v>
                </c:pt>
                <c:pt idx="87">
                  <c:v>37.5523</c:v>
                </c:pt>
                <c:pt idx="88">
                  <c:v>38.1776</c:v>
                </c:pt>
                <c:pt idx="89">
                  <c:v>38.8035</c:v>
                </c:pt>
                <c:pt idx="90">
                  <c:v>39.4257</c:v>
                </c:pt>
              </c:numCache>
            </c:numRef>
          </c:val>
          <c:smooth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spPr>
            <a:ln w="19050">
              <a:solidFill>
                <a:srgbClr val="003168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Sheet1!$I$2:$I$92</c:f>
              <c:numCache>
                <c:formatCode>General</c:formatCode>
                <c:ptCount val="91"/>
                <c:pt idx="0">
                  <c:v>0.0267</c:v>
                </c:pt>
                <c:pt idx="1">
                  <c:v>0.0701</c:v>
                </c:pt>
                <c:pt idx="2">
                  <c:v>0.1001</c:v>
                </c:pt>
                <c:pt idx="3">
                  <c:v>0.1335</c:v>
                </c:pt>
                <c:pt idx="4">
                  <c:v>0.1802</c:v>
                </c:pt>
                <c:pt idx="5">
                  <c:v>0.2303</c:v>
                </c:pt>
                <c:pt idx="6">
                  <c:v>0.2837</c:v>
                </c:pt>
                <c:pt idx="7">
                  <c:v>0.3504</c:v>
                </c:pt>
                <c:pt idx="8">
                  <c:v>0.4071</c:v>
                </c:pt>
                <c:pt idx="9">
                  <c:v>0.4772</c:v>
                </c:pt>
                <c:pt idx="10">
                  <c:v>0.5406</c:v>
                </c:pt>
                <c:pt idx="11">
                  <c:v>0.6274</c:v>
                </c:pt>
                <c:pt idx="12">
                  <c:v>0.7141</c:v>
                </c:pt>
                <c:pt idx="13">
                  <c:v>0.8076</c:v>
                </c:pt>
                <c:pt idx="14">
                  <c:v>0.9044</c:v>
                </c:pt>
                <c:pt idx="15">
                  <c:v>1.0011</c:v>
                </c:pt>
                <c:pt idx="16">
                  <c:v>1.1079</c:v>
                </c:pt>
                <c:pt idx="17">
                  <c:v>1.2281</c:v>
                </c:pt>
                <c:pt idx="18">
                  <c:v>1.3515</c:v>
                </c:pt>
                <c:pt idx="19">
                  <c:v>1.485</c:v>
                </c:pt>
                <c:pt idx="20">
                  <c:v>1.6152</c:v>
                </c:pt>
                <c:pt idx="21">
                  <c:v>1.7653</c:v>
                </c:pt>
                <c:pt idx="22">
                  <c:v>1.9155</c:v>
                </c:pt>
                <c:pt idx="23">
                  <c:v>2.0723</c:v>
                </c:pt>
                <c:pt idx="24">
                  <c:v>2.2459</c:v>
                </c:pt>
                <c:pt idx="25">
                  <c:v>2.4127</c:v>
                </c:pt>
                <c:pt idx="26">
                  <c:v>2.6096</c:v>
                </c:pt>
                <c:pt idx="27">
                  <c:v>2.8165</c:v>
                </c:pt>
                <c:pt idx="28">
                  <c:v>3.0268</c:v>
                </c:pt>
                <c:pt idx="29">
                  <c:v>3.237</c:v>
                </c:pt>
                <c:pt idx="30">
                  <c:v>3.4573</c:v>
                </c:pt>
                <c:pt idx="31">
                  <c:v>3.6942</c:v>
                </c:pt>
                <c:pt idx="32">
                  <c:v>3.9211</c:v>
                </c:pt>
                <c:pt idx="33">
                  <c:v>4.1747</c:v>
                </c:pt>
                <c:pt idx="34">
                  <c:v>4.4417</c:v>
                </c:pt>
                <c:pt idx="35">
                  <c:v>4.7087</c:v>
                </c:pt>
                <c:pt idx="36">
                  <c:v>4.9823</c:v>
                </c:pt>
                <c:pt idx="37">
                  <c:v>5.2693</c:v>
                </c:pt>
                <c:pt idx="38">
                  <c:v>5.5663</c:v>
                </c:pt>
                <c:pt idx="39">
                  <c:v>5.8767</c:v>
                </c:pt>
                <c:pt idx="40">
                  <c:v>6.1837</c:v>
                </c:pt>
                <c:pt idx="41">
                  <c:v>6.4907</c:v>
                </c:pt>
                <c:pt idx="42">
                  <c:v>6.8077</c:v>
                </c:pt>
                <c:pt idx="43">
                  <c:v>7.1348</c:v>
                </c:pt>
                <c:pt idx="44">
                  <c:v>7.4785</c:v>
                </c:pt>
                <c:pt idx="45">
                  <c:v>7.8122</c:v>
                </c:pt>
                <c:pt idx="46">
                  <c:v>8.1426</c:v>
                </c:pt>
                <c:pt idx="47">
                  <c:v>8.4796</c:v>
                </c:pt>
                <c:pt idx="48">
                  <c:v>8.8133</c:v>
                </c:pt>
                <c:pt idx="49">
                  <c:v>9.1704</c:v>
                </c:pt>
                <c:pt idx="50">
                  <c:v>9.5175</c:v>
                </c:pt>
                <c:pt idx="51">
                  <c:v>9.8679</c:v>
                </c:pt>
                <c:pt idx="52">
                  <c:v>10.2149</c:v>
                </c:pt>
                <c:pt idx="53">
                  <c:v>10.572</c:v>
                </c:pt>
                <c:pt idx="54">
                  <c:v>10.9457</c:v>
                </c:pt>
                <c:pt idx="55">
                  <c:v>11.3061</c:v>
                </c:pt>
                <c:pt idx="56">
                  <c:v>11.6666</c:v>
                </c:pt>
                <c:pt idx="57">
                  <c:v>12.047</c:v>
                </c:pt>
                <c:pt idx="58">
                  <c:v>12.4241</c:v>
                </c:pt>
                <c:pt idx="59">
                  <c:v>12.8078</c:v>
                </c:pt>
                <c:pt idx="60">
                  <c:v>13.1983</c:v>
                </c:pt>
                <c:pt idx="61">
                  <c:v>13.5821</c:v>
                </c:pt>
                <c:pt idx="62">
                  <c:v>13.9592</c:v>
                </c:pt>
                <c:pt idx="63">
                  <c:v>14.3463</c:v>
                </c:pt>
                <c:pt idx="64">
                  <c:v>14.74</c:v>
                </c:pt>
                <c:pt idx="65">
                  <c:v>15.1271</c:v>
                </c:pt>
                <c:pt idx="66">
                  <c:v>15.5076</c:v>
                </c:pt>
                <c:pt idx="67">
                  <c:v>15.908</c:v>
                </c:pt>
                <c:pt idx="68">
                  <c:v>16.2985</c:v>
                </c:pt>
                <c:pt idx="69">
                  <c:v>16.6889</c:v>
                </c:pt>
                <c:pt idx="70">
                  <c:v>17.0827</c:v>
                </c:pt>
                <c:pt idx="71">
                  <c:v>17.4865</c:v>
                </c:pt>
                <c:pt idx="72">
                  <c:v>17.8836</c:v>
                </c:pt>
                <c:pt idx="73">
                  <c:v>18.2774</c:v>
                </c:pt>
                <c:pt idx="74">
                  <c:v>18.6812</c:v>
                </c:pt>
                <c:pt idx="75">
                  <c:v>19.095</c:v>
                </c:pt>
                <c:pt idx="76">
                  <c:v>19.5054</c:v>
                </c:pt>
                <c:pt idx="77">
                  <c:v>19.9092</c:v>
                </c:pt>
                <c:pt idx="78">
                  <c:v>20.2997</c:v>
                </c:pt>
                <c:pt idx="79">
                  <c:v>20.7302</c:v>
                </c:pt>
                <c:pt idx="80">
                  <c:v>21.1206</c:v>
                </c:pt>
                <c:pt idx="81">
                  <c:v>21.5177</c:v>
                </c:pt>
                <c:pt idx="82">
                  <c:v>21.9115</c:v>
                </c:pt>
                <c:pt idx="83">
                  <c:v>22.3253</c:v>
                </c:pt>
                <c:pt idx="84">
                  <c:v>22.7291</c:v>
                </c:pt>
                <c:pt idx="85">
                  <c:v>23.1195</c:v>
                </c:pt>
                <c:pt idx="86">
                  <c:v>23.5233</c:v>
                </c:pt>
                <c:pt idx="87">
                  <c:v>23.9305</c:v>
                </c:pt>
                <c:pt idx="88">
                  <c:v>24.3309</c:v>
                </c:pt>
                <c:pt idx="89">
                  <c:v>24.7247</c:v>
                </c:pt>
                <c:pt idx="90">
                  <c:v>25.1218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Days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2D2D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spPr>
            <a:ln w="19050">
              <a:solidFill>
                <a:srgbClr val="BED2E6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0.0608</c:v>
                </c:pt>
                <c:pt idx="1">
                  <c:v>0.1351</c:v>
                </c:pt>
                <c:pt idx="2">
                  <c:v>0.25</c:v>
                </c:pt>
                <c:pt idx="3">
                  <c:v>0.3648</c:v>
                </c:pt>
                <c:pt idx="4">
                  <c:v>0.4999</c:v>
                </c:pt>
                <c:pt idx="5">
                  <c:v>0.6823</c:v>
                </c:pt>
                <c:pt idx="6">
                  <c:v>0.9458</c:v>
                </c:pt>
                <c:pt idx="7">
                  <c:v>1.2228</c:v>
                </c:pt>
                <c:pt idx="8">
                  <c:v>1.5944</c:v>
                </c:pt>
                <c:pt idx="9">
                  <c:v>1.993</c:v>
                </c:pt>
                <c:pt idx="10">
                  <c:v>2.4118</c:v>
                </c:pt>
                <c:pt idx="11">
                  <c:v>2.8915</c:v>
                </c:pt>
                <c:pt idx="12">
                  <c:v>3.432</c:v>
                </c:pt>
                <c:pt idx="13">
                  <c:v>3.9927</c:v>
                </c:pt>
                <c:pt idx="14">
                  <c:v>4.648</c:v>
                </c:pt>
                <c:pt idx="15">
                  <c:v>5.2831</c:v>
                </c:pt>
                <c:pt idx="16">
                  <c:v>5.9654</c:v>
                </c:pt>
                <c:pt idx="17">
                  <c:v>6.6815</c:v>
                </c:pt>
                <c:pt idx="18">
                  <c:v>7.3909</c:v>
                </c:pt>
                <c:pt idx="19">
                  <c:v>8.1003</c:v>
                </c:pt>
                <c:pt idx="20">
                  <c:v>8.8366</c:v>
                </c:pt>
                <c:pt idx="21">
                  <c:v>9.5933</c:v>
                </c:pt>
                <c:pt idx="22">
                  <c:v>10.3635</c:v>
                </c:pt>
                <c:pt idx="23">
                  <c:v>11.1269</c:v>
                </c:pt>
                <c:pt idx="24">
                  <c:v>11.87</c:v>
                </c:pt>
                <c:pt idx="25">
                  <c:v>12.6402</c:v>
                </c:pt>
                <c:pt idx="26">
                  <c:v>13.4036</c:v>
                </c:pt>
                <c:pt idx="27">
                  <c:v>14.14</c:v>
                </c:pt>
                <c:pt idx="28">
                  <c:v>14.9034</c:v>
                </c:pt>
                <c:pt idx="29">
                  <c:v>15.6533</c:v>
                </c:pt>
                <c:pt idx="30">
                  <c:v>16.437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spPr>
            <a:ln w="19050">
              <a:solidFill>
                <a:srgbClr val="BED2E6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0.1224</c:v>
                </c:pt>
                <c:pt idx="6">
                  <c:v>0.2448</c:v>
                </c:pt>
                <c:pt idx="7">
                  <c:v>0.3672</c:v>
                </c:pt>
                <c:pt idx="8">
                  <c:v>0.4896</c:v>
                </c:pt>
                <c:pt idx="9">
                  <c:v>0.7344</c:v>
                </c:pt>
                <c:pt idx="10">
                  <c:v>0.9792</c:v>
                </c:pt>
                <c:pt idx="11">
                  <c:v>1.224</c:v>
                </c:pt>
                <c:pt idx="12">
                  <c:v>1.4688</c:v>
                </c:pt>
                <c:pt idx="13">
                  <c:v>1.836</c:v>
                </c:pt>
                <c:pt idx="14">
                  <c:v>2.2032</c:v>
                </c:pt>
                <c:pt idx="15">
                  <c:v>2.5704</c:v>
                </c:pt>
                <c:pt idx="16">
                  <c:v>2.9376</c:v>
                </c:pt>
                <c:pt idx="17">
                  <c:v>3.3048</c:v>
                </c:pt>
                <c:pt idx="18">
                  <c:v>3.672</c:v>
                </c:pt>
                <c:pt idx="19">
                  <c:v>4.0392</c:v>
                </c:pt>
                <c:pt idx="20">
                  <c:v>4.5288</c:v>
                </c:pt>
                <c:pt idx="21">
                  <c:v>5.0184</c:v>
                </c:pt>
                <c:pt idx="22">
                  <c:v>5.508</c:v>
                </c:pt>
                <c:pt idx="23">
                  <c:v>5.9976</c:v>
                </c:pt>
                <c:pt idx="24">
                  <c:v>6.4871</c:v>
                </c:pt>
                <c:pt idx="25">
                  <c:v>6.9767</c:v>
                </c:pt>
                <c:pt idx="26">
                  <c:v>7.4663</c:v>
                </c:pt>
                <c:pt idx="27">
                  <c:v>7.9559</c:v>
                </c:pt>
                <c:pt idx="28">
                  <c:v>8.4455</c:v>
                </c:pt>
                <c:pt idx="29">
                  <c:v>8.9351</c:v>
                </c:pt>
                <c:pt idx="30">
                  <c:v>9.4247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spPr>
            <a:ln w="1905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0.0743</c:v>
                </c:pt>
                <c:pt idx="1">
                  <c:v>0.1081</c:v>
                </c:pt>
                <c:pt idx="2">
                  <c:v>0.1824</c:v>
                </c:pt>
                <c:pt idx="3">
                  <c:v>0.304</c:v>
                </c:pt>
                <c:pt idx="4">
                  <c:v>0.4662</c:v>
                </c:pt>
                <c:pt idx="5">
                  <c:v>0.6486</c:v>
                </c:pt>
                <c:pt idx="6">
                  <c:v>0.885</c:v>
                </c:pt>
                <c:pt idx="7">
                  <c:v>1.1552</c:v>
                </c:pt>
                <c:pt idx="8">
                  <c:v>1.4863</c:v>
                </c:pt>
                <c:pt idx="9">
                  <c:v>1.8646</c:v>
                </c:pt>
                <c:pt idx="10">
                  <c:v>2.3173</c:v>
                </c:pt>
                <c:pt idx="11">
                  <c:v>2.8239</c:v>
                </c:pt>
                <c:pt idx="12">
                  <c:v>3.3914</c:v>
                </c:pt>
                <c:pt idx="13">
                  <c:v>3.9657</c:v>
                </c:pt>
                <c:pt idx="14">
                  <c:v>4.5872</c:v>
                </c:pt>
                <c:pt idx="15">
                  <c:v>5.2425</c:v>
                </c:pt>
                <c:pt idx="16">
                  <c:v>5.9181</c:v>
                </c:pt>
                <c:pt idx="17">
                  <c:v>6.6207</c:v>
                </c:pt>
                <c:pt idx="18">
                  <c:v>7.3166</c:v>
                </c:pt>
                <c:pt idx="19">
                  <c:v>8.0597</c:v>
                </c:pt>
                <c:pt idx="20">
                  <c:v>8.7961</c:v>
                </c:pt>
                <c:pt idx="21">
                  <c:v>9.5393</c:v>
                </c:pt>
                <c:pt idx="22">
                  <c:v>10.2824</c:v>
                </c:pt>
                <c:pt idx="23">
                  <c:v>11.0728</c:v>
                </c:pt>
                <c:pt idx="24">
                  <c:v>11.843</c:v>
                </c:pt>
                <c:pt idx="25">
                  <c:v>12.6402</c:v>
                </c:pt>
                <c:pt idx="26">
                  <c:v>13.4239</c:v>
                </c:pt>
                <c:pt idx="27">
                  <c:v>14.1805</c:v>
                </c:pt>
                <c:pt idx="28">
                  <c:v>14.9507</c:v>
                </c:pt>
                <c:pt idx="29">
                  <c:v>15.7479</c:v>
                </c:pt>
                <c:pt idx="30">
                  <c:v>16.5248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spPr>
            <a:ln w="19050">
              <a:solidFill>
                <a:srgbClr val="5B9BD5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0.1224</c:v>
                </c:pt>
                <c:pt idx="7">
                  <c:v>0.2448</c:v>
                </c:pt>
                <c:pt idx="8">
                  <c:v>0.3672</c:v>
                </c:pt>
                <c:pt idx="9">
                  <c:v>0.4896</c:v>
                </c:pt>
                <c:pt idx="10">
                  <c:v>0.612</c:v>
                </c:pt>
                <c:pt idx="11">
                  <c:v>0.8568</c:v>
                </c:pt>
                <c:pt idx="12">
                  <c:v>1.1016</c:v>
                </c:pt>
                <c:pt idx="13">
                  <c:v>1.3464</c:v>
                </c:pt>
                <c:pt idx="14">
                  <c:v>1.5912</c:v>
                </c:pt>
                <c:pt idx="15">
                  <c:v>1.9584</c:v>
                </c:pt>
                <c:pt idx="16">
                  <c:v>2.3256</c:v>
                </c:pt>
                <c:pt idx="17">
                  <c:v>2.6928</c:v>
                </c:pt>
                <c:pt idx="18">
                  <c:v>3.06</c:v>
                </c:pt>
                <c:pt idx="19">
                  <c:v>3.4272</c:v>
                </c:pt>
                <c:pt idx="20">
                  <c:v>3.7944</c:v>
                </c:pt>
                <c:pt idx="21">
                  <c:v>4.1616</c:v>
                </c:pt>
                <c:pt idx="22">
                  <c:v>4.5288</c:v>
                </c:pt>
                <c:pt idx="23">
                  <c:v>4.896</c:v>
                </c:pt>
                <c:pt idx="24">
                  <c:v>5.2632</c:v>
                </c:pt>
                <c:pt idx="25">
                  <c:v>5.6304</c:v>
                </c:pt>
                <c:pt idx="26">
                  <c:v>5.9976</c:v>
                </c:pt>
                <c:pt idx="27">
                  <c:v>6.3647</c:v>
                </c:pt>
                <c:pt idx="28">
                  <c:v>6.7319</c:v>
                </c:pt>
                <c:pt idx="29">
                  <c:v>7.0991</c:v>
                </c:pt>
                <c:pt idx="30">
                  <c:v>7.4663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spPr>
            <a:ln w="19050">
              <a:solidFill>
                <a:srgbClr val="006AC6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0.0811</c:v>
                </c:pt>
                <c:pt idx="1">
                  <c:v>0.1621</c:v>
                </c:pt>
                <c:pt idx="2">
                  <c:v>0.2905</c:v>
                </c:pt>
                <c:pt idx="3">
                  <c:v>0.4459</c:v>
                </c:pt>
                <c:pt idx="4">
                  <c:v>0.6418</c:v>
                </c:pt>
                <c:pt idx="5">
                  <c:v>0.831</c:v>
                </c:pt>
                <c:pt idx="6">
                  <c:v>1.0877</c:v>
                </c:pt>
                <c:pt idx="7">
                  <c:v>1.412</c:v>
                </c:pt>
                <c:pt idx="8">
                  <c:v>1.7903</c:v>
                </c:pt>
                <c:pt idx="9">
                  <c:v>2.2362</c:v>
                </c:pt>
                <c:pt idx="10">
                  <c:v>2.7091</c:v>
                </c:pt>
                <c:pt idx="11">
                  <c:v>3.2563</c:v>
                </c:pt>
                <c:pt idx="12">
                  <c:v>3.8914</c:v>
                </c:pt>
                <c:pt idx="13">
                  <c:v>4.5467</c:v>
                </c:pt>
                <c:pt idx="14">
                  <c:v>5.2425</c:v>
                </c:pt>
                <c:pt idx="15">
                  <c:v>5.9587</c:v>
                </c:pt>
                <c:pt idx="16">
                  <c:v>6.7221</c:v>
                </c:pt>
                <c:pt idx="17">
                  <c:v>7.526</c:v>
                </c:pt>
                <c:pt idx="18">
                  <c:v>8.3232</c:v>
                </c:pt>
                <c:pt idx="19">
                  <c:v>9.1542</c:v>
                </c:pt>
                <c:pt idx="20">
                  <c:v>9.9581</c:v>
                </c:pt>
                <c:pt idx="21">
                  <c:v>10.8026</c:v>
                </c:pt>
                <c:pt idx="22">
                  <c:v>11.6538</c:v>
                </c:pt>
                <c:pt idx="23">
                  <c:v>12.4848</c:v>
                </c:pt>
                <c:pt idx="24">
                  <c:v>13.3563</c:v>
                </c:pt>
                <c:pt idx="25">
                  <c:v>14.2008</c:v>
                </c:pt>
                <c:pt idx="26">
                  <c:v>15.0453</c:v>
                </c:pt>
                <c:pt idx="27">
                  <c:v>15.9033</c:v>
                </c:pt>
                <c:pt idx="28">
                  <c:v>16.795</c:v>
                </c:pt>
                <c:pt idx="29">
                  <c:v>17.6598</c:v>
                </c:pt>
                <c:pt idx="30">
                  <c:v>18.538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spPr>
            <a:ln w="19050">
              <a:solidFill>
                <a:srgbClr val="006AC6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0.1224</c:v>
                </c:pt>
                <c:pt idx="6">
                  <c:v>0.2448</c:v>
                </c:pt>
                <c:pt idx="7">
                  <c:v>0.3672</c:v>
                </c:pt>
                <c:pt idx="8">
                  <c:v>0.4896</c:v>
                </c:pt>
                <c:pt idx="9">
                  <c:v>0.612</c:v>
                </c:pt>
                <c:pt idx="10">
                  <c:v>0.8568</c:v>
                </c:pt>
                <c:pt idx="11">
                  <c:v>1.1016</c:v>
                </c:pt>
                <c:pt idx="12">
                  <c:v>1.3464</c:v>
                </c:pt>
                <c:pt idx="13">
                  <c:v>1.5912</c:v>
                </c:pt>
                <c:pt idx="14">
                  <c:v>1.836</c:v>
                </c:pt>
                <c:pt idx="15">
                  <c:v>2.2032</c:v>
                </c:pt>
                <c:pt idx="16">
                  <c:v>2.5704</c:v>
                </c:pt>
                <c:pt idx="17">
                  <c:v>2.9376</c:v>
                </c:pt>
                <c:pt idx="18">
                  <c:v>3.3048</c:v>
                </c:pt>
                <c:pt idx="19">
                  <c:v>3.672</c:v>
                </c:pt>
                <c:pt idx="20">
                  <c:v>4.0392</c:v>
                </c:pt>
                <c:pt idx="21">
                  <c:v>4.4064</c:v>
                </c:pt>
                <c:pt idx="22">
                  <c:v>4.7736</c:v>
                </c:pt>
                <c:pt idx="23">
                  <c:v>5.1408</c:v>
                </c:pt>
                <c:pt idx="24">
                  <c:v>5.508</c:v>
                </c:pt>
                <c:pt idx="25">
                  <c:v>5.8752</c:v>
                </c:pt>
                <c:pt idx="26">
                  <c:v>6.2424</c:v>
                </c:pt>
                <c:pt idx="27">
                  <c:v>6.6095</c:v>
                </c:pt>
                <c:pt idx="28">
                  <c:v>6.9767</c:v>
                </c:pt>
                <c:pt idx="29">
                  <c:v>7.3439</c:v>
                </c:pt>
                <c:pt idx="30">
                  <c:v>7.7111</c:v>
                </c:pt>
              </c:numCache>
            </c:numRef>
          </c:val>
          <c:smooth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spPr>
            <a:ln w="19050">
              <a:solidFill>
                <a:srgbClr val="003168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Sheet1!$H$2:$H$32</c:f>
              <c:numCache>
                <c:formatCode>General</c:formatCode>
                <c:ptCount val="31"/>
                <c:pt idx="0">
                  <c:v>0.054</c:v>
                </c:pt>
                <c:pt idx="1">
                  <c:v>0.1284</c:v>
                </c:pt>
                <c:pt idx="2">
                  <c:v>0.2567</c:v>
                </c:pt>
                <c:pt idx="3">
                  <c:v>0.3918</c:v>
                </c:pt>
                <c:pt idx="4">
                  <c:v>0.5607</c:v>
                </c:pt>
                <c:pt idx="5">
                  <c:v>0.7229</c:v>
                </c:pt>
                <c:pt idx="6">
                  <c:v>0.9593</c:v>
                </c:pt>
                <c:pt idx="7">
                  <c:v>1.2161</c:v>
                </c:pt>
                <c:pt idx="8">
                  <c:v>1.5538</c:v>
                </c:pt>
                <c:pt idx="9">
                  <c:v>1.9524</c:v>
                </c:pt>
                <c:pt idx="10">
                  <c:v>2.3916</c:v>
                </c:pt>
                <c:pt idx="11">
                  <c:v>2.8983</c:v>
                </c:pt>
                <c:pt idx="12">
                  <c:v>3.432</c:v>
                </c:pt>
                <c:pt idx="13">
                  <c:v>4.0332</c:v>
                </c:pt>
                <c:pt idx="14">
                  <c:v>4.6345</c:v>
                </c:pt>
                <c:pt idx="15">
                  <c:v>5.2898</c:v>
                </c:pt>
                <c:pt idx="16">
                  <c:v>5.9857</c:v>
                </c:pt>
                <c:pt idx="17">
                  <c:v>6.7018</c:v>
                </c:pt>
                <c:pt idx="18">
                  <c:v>7.4314</c:v>
                </c:pt>
                <c:pt idx="19">
                  <c:v>8.2084</c:v>
                </c:pt>
                <c:pt idx="20">
                  <c:v>8.9582</c:v>
                </c:pt>
                <c:pt idx="21">
                  <c:v>9.7149</c:v>
                </c:pt>
                <c:pt idx="22">
                  <c:v>10.4445</c:v>
                </c:pt>
                <c:pt idx="23">
                  <c:v>11.2485</c:v>
                </c:pt>
                <c:pt idx="24">
                  <c:v>12.0254</c:v>
                </c:pt>
                <c:pt idx="25">
                  <c:v>12.7888</c:v>
                </c:pt>
                <c:pt idx="26">
                  <c:v>13.5928</c:v>
                </c:pt>
                <c:pt idx="27">
                  <c:v>14.4035</c:v>
                </c:pt>
                <c:pt idx="28">
                  <c:v>15.1939</c:v>
                </c:pt>
                <c:pt idx="29">
                  <c:v>15.9641</c:v>
                </c:pt>
                <c:pt idx="30">
                  <c:v>16.7612</c:v>
                </c:pt>
              </c:numCache>
            </c:numRef>
          </c:val>
          <c:smooth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spPr>
            <a:ln w="19050">
              <a:solidFill>
                <a:srgbClr val="003168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Sheet1!$I$2:$I$32</c:f>
              <c:numCache>
                <c:formatCode>General</c:formatCode>
                <c:ptCount val="3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0.1224</c:v>
                </c:pt>
                <c:pt idx="6">
                  <c:v>0.2448</c:v>
                </c:pt>
                <c:pt idx="7">
                  <c:v>0.3672</c:v>
                </c:pt>
                <c:pt idx="8">
                  <c:v>0.4896</c:v>
                </c:pt>
                <c:pt idx="9">
                  <c:v>0.612</c:v>
                </c:pt>
                <c:pt idx="10">
                  <c:v>0.8568</c:v>
                </c:pt>
                <c:pt idx="11">
                  <c:v>1.1016</c:v>
                </c:pt>
                <c:pt idx="12">
                  <c:v>1.3464</c:v>
                </c:pt>
                <c:pt idx="13">
                  <c:v>1.5912</c:v>
                </c:pt>
                <c:pt idx="14">
                  <c:v>1.9584</c:v>
                </c:pt>
                <c:pt idx="15">
                  <c:v>2.3256</c:v>
                </c:pt>
                <c:pt idx="16">
                  <c:v>2.6928</c:v>
                </c:pt>
                <c:pt idx="17">
                  <c:v>3.06</c:v>
                </c:pt>
                <c:pt idx="18">
                  <c:v>3.4272</c:v>
                </c:pt>
                <c:pt idx="19">
                  <c:v>3.7944</c:v>
                </c:pt>
                <c:pt idx="20">
                  <c:v>4.1616</c:v>
                </c:pt>
                <c:pt idx="21">
                  <c:v>4.5288</c:v>
                </c:pt>
                <c:pt idx="22">
                  <c:v>4.896</c:v>
                </c:pt>
                <c:pt idx="23">
                  <c:v>5.2632</c:v>
                </c:pt>
                <c:pt idx="24">
                  <c:v>5.6304</c:v>
                </c:pt>
                <c:pt idx="25">
                  <c:v>5.9976</c:v>
                </c:pt>
                <c:pt idx="26">
                  <c:v>6.3647</c:v>
                </c:pt>
                <c:pt idx="27">
                  <c:v>6.7319</c:v>
                </c:pt>
                <c:pt idx="28">
                  <c:v>7.0991</c:v>
                </c:pt>
                <c:pt idx="29">
                  <c:v>7.4663</c:v>
                </c:pt>
                <c:pt idx="30">
                  <c:v>7.8335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Days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2D2D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spPr>
            <a:ln w="19050">
              <a:solidFill>
                <a:srgbClr val="BED2E6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4.6681</c:v>
                </c:pt>
                <c:pt idx="1">
                  <c:v>9.921</c:v>
                </c:pt>
                <c:pt idx="2">
                  <c:v>15.2343</c:v>
                </c:pt>
                <c:pt idx="3">
                  <c:v>20.2608</c:v>
                </c:pt>
                <c:pt idx="4">
                  <c:v>27.4587</c:v>
                </c:pt>
                <c:pt idx="5">
                  <c:v>36.3719</c:v>
                </c:pt>
                <c:pt idx="6">
                  <c:v>43.1034</c:v>
                </c:pt>
                <c:pt idx="7">
                  <c:v>52.4509</c:v>
                </c:pt>
                <c:pt idx="8">
                  <c:v>62.0436</c:v>
                </c:pt>
                <c:pt idx="9">
                  <c:v>68.3896</c:v>
                </c:pt>
                <c:pt idx="10">
                  <c:v>77.5314</c:v>
                </c:pt>
                <c:pt idx="11">
                  <c:v>87.5595</c:v>
                </c:pt>
                <c:pt idx="12">
                  <c:v>99.9429</c:v>
                </c:pt>
                <c:pt idx="13">
                  <c:v>112.5029</c:v>
                </c:pt>
                <c:pt idx="14">
                  <c:v>126.2514</c:v>
                </c:pt>
                <c:pt idx="15">
                  <c:v>141.094</c:v>
                </c:pt>
                <c:pt idx="16">
                  <c:v>155.1958</c:v>
                </c:pt>
                <c:pt idx="17">
                  <c:v>170.4603</c:v>
                </c:pt>
                <c:pt idx="18">
                  <c:v>186.2306</c:v>
                </c:pt>
                <c:pt idx="19">
                  <c:v>204.2306</c:v>
                </c:pt>
                <c:pt idx="20">
                  <c:v>223.3881</c:v>
                </c:pt>
                <c:pt idx="21">
                  <c:v>243.9958</c:v>
                </c:pt>
                <c:pt idx="22">
                  <c:v>264.7678</c:v>
                </c:pt>
                <c:pt idx="23">
                  <c:v>288.5236</c:v>
                </c:pt>
                <c:pt idx="24">
                  <c:v>313.4888</c:v>
                </c:pt>
                <c:pt idx="25">
                  <c:v>340.3616</c:v>
                </c:pt>
                <c:pt idx="26">
                  <c:v>367.5335</c:v>
                </c:pt>
                <c:pt idx="27">
                  <c:v>395.3506</c:v>
                </c:pt>
                <c:pt idx="28">
                  <c:v>424.933</c:v>
                </c:pt>
                <c:pt idx="29">
                  <c:v>455.6675</c:v>
                </c:pt>
                <c:pt idx="30">
                  <c:v>486.2203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spPr>
            <a:ln w="19050">
              <a:solidFill>
                <a:srgbClr val="BED2E6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4.6476</c:v>
                </c:pt>
                <c:pt idx="1">
                  <c:v>8.019</c:v>
                </c:pt>
                <c:pt idx="2">
                  <c:v>13.8952</c:v>
                </c:pt>
                <c:pt idx="3">
                  <c:v>19.0762</c:v>
                </c:pt>
                <c:pt idx="4">
                  <c:v>25.5905</c:v>
                </c:pt>
                <c:pt idx="5">
                  <c:v>32.5143</c:v>
                </c:pt>
                <c:pt idx="6">
                  <c:v>39.4286</c:v>
                </c:pt>
                <c:pt idx="7">
                  <c:v>47.3238</c:v>
                </c:pt>
                <c:pt idx="8">
                  <c:v>55.181</c:v>
                </c:pt>
                <c:pt idx="9">
                  <c:v>65.5143</c:v>
                </c:pt>
                <c:pt idx="10">
                  <c:v>76.0952</c:v>
                </c:pt>
                <c:pt idx="11">
                  <c:v>86.9143</c:v>
                </c:pt>
                <c:pt idx="12">
                  <c:v>96.7238</c:v>
                </c:pt>
                <c:pt idx="13">
                  <c:v>107.419</c:v>
                </c:pt>
                <c:pt idx="14">
                  <c:v>119.419</c:v>
                </c:pt>
                <c:pt idx="15">
                  <c:v>132.7429</c:v>
                </c:pt>
                <c:pt idx="16">
                  <c:v>147.7143</c:v>
                </c:pt>
                <c:pt idx="17">
                  <c:v>162.219</c:v>
                </c:pt>
                <c:pt idx="18">
                  <c:v>179.9143</c:v>
                </c:pt>
                <c:pt idx="19">
                  <c:v>197.3905</c:v>
                </c:pt>
                <c:pt idx="20">
                  <c:v>213.781</c:v>
                </c:pt>
                <c:pt idx="21">
                  <c:v>232.8857</c:v>
                </c:pt>
                <c:pt idx="22">
                  <c:v>250.8667</c:v>
                </c:pt>
                <c:pt idx="23">
                  <c:v>271.9238</c:v>
                </c:pt>
                <c:pt idx="24">
                  <c:v>294.3524</c:v>
                </c:pt>
                <c:pt idx="25">
                  <c:v>317.8762</c:v>
                </c:pt>
                <c:pt idx="26">
                  <c:v>342.8762</c:v>
                </c:pt>
                <c:pt idx="27">
                  <c:v>368.981</c:v>
                </c:pt>
                <c:pt idx="28">
                  <c:v>396.0476</c:v>
                </c:pt>
                <c:pt idx="29">
                  <c:v>426.5143</c:v>
                </c:pt>
                <c:pt idx="30">
                  <c:v>457.8381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spPr>
            <a:ln w="1905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5.9855</c:v>
                </c:pt>
                <c:pt idx="1">
                  <c:v>10.9486</c:v>
                </c:pt>
                <c:pt idx="2">
                  <c:v>15.4213</c:v>
                </c:pt>
                <c:pt idx="3">
                  <c:v>22.7979</c:v>
                </c:pt>
                <c:pt idx="4">
                  <c:v>27.7486</c:v>
                </c:pt>
                <c:pt idx="5">
                  <c:v>37.2488</c:v>
                </c:pt>
                <c:pt idx="6">
                  <c:v>46.2504</c:v>
                </c:pt>
                <c:pt idx="7">
                  <c:v>55.0732</c:v>
                </c:pt>
                <c:pt idx="8">
                  <c:v>64.4083</c:v>
                </c:pt>
                <c:pt idx="9">
                  <c:v>76.4831</c:v>
                </c:pt>
                <c:pt idx="10">
                  <c:v>86.1091</c:v>
                </c:pt>
                <c:pt idx="11">
                  <c:v>96.2868</c:v>
                </c:pt>
                <c:pt idx="12">
                  <c:v>107.9834</c:v>
                </c:pt>
                <c:pt idx="13">
                  <c:v>120.9756</c:v>
                </c:pt>
                <c:pt idx="14">
                  <c:v>134.0218</c:v>
                </c:pt>
                <c:pt idx="15">
                  <c:v>149.4338</c:v>
                </c:pt>
                <c:pt idx="16">
                  <c:v>165.8535</c:v>
                </c:pt>
                <c:pt idx="17">
                  <c:v>182.214</c:v>
                </c:pt>
                <c:pt idx="18">
                  <c:v>202.561</c:v>
                </c:pt>
                <c:pt idx="19">
                  <c:v>220.4945</c:v>
                </c:pt>
                <c:pt idx="20">
                  <c:v>239.7506</c:v>
                </c:pt>
                <c:pt idx="21">
                  <c:v>262.1901</c:v>
                </c:pt>
                <c:pt idx="22">
                  <c:v>285.1813</c:v>
                </c:pt>
                <c:pt idx="23">
                  <c:v>310.186</c:v>
                </c:pt>
                <c:pt idx="24">
                  <c:v>335.2478</c:v>
                </c:pt>
                <c:pt idx="25">
                  <c:v>361.1221</c:v>
                </c:pt>
                <c:pt idx="26">
                  <c:v>388.773</c:v>
                </c:pt>
                <c:pt idx="27">
                  <c:v>417.6997</c:v>
                </c:pt>
                <c:pt idx="28">
                  <c:v>449.3849</c:v>
                </c:pt>
                <c:pt idx="29">
                  <c:v>481.1906</c:v>
                </c:pt>
                <c:pt idx="30">
                  <c:v>515.7787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spPr>
            <a:ln w="19050">
              <a:solidFill>
                <a:srgbClr val="5B9BD5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5.6571</c:v>
                </c:pt>
                <c:pt idx="1">
                  <c:v>9.3143</c:v>
                </c:pt>
                <c:pt idx="2">
                  <c:v>15.0952</c:v>
                </c:pt>
                <c:pt idx="3">
                  <c:v>21.3905</c:v>
                </c:pt>
                <c:pt idx="4">
                  <c:v>28.4667</c:v>
                </c:pt>
                <c:pt idx="5">
                  <c:v>34.9429</c:v>
                </c:pt>
                <c:pt idx="6">
                  <c:v>43.2762</c:v>
                </c:pt>
                <c:pt idx="7">
                  <c:v>50.3238</c:v>
                </c:pt>
                <c:pt idx="8">
                  <c:v>60.0</c:v>
                </c:pt>
                <c:pt idx="9">
                  <c:v>69.4667</c:v>
                </c:pt>
                <c:pt idx="10">
                  <c:v>77.7333</c:v>
                </c:pt>
                <c:pt idx="11">
                  <c:v>88.6952</c:v>
                </c:pt>
                <c:pt idx="12">
                  <c:v>100.181</c:v>
                </c:pt>
                <c:pt idx="13">
                  <c:v>111.9048</c:v>
                </c:pt>
                <c:pt idx="14">
                  <c:v>124.0667</c:v>
                </c:pt>
                <c:pt idx="15">
                  <c:v>137.6667</c:v>
                </c:pt>
                <c:pt idx="16">
                  <c:v>150.8952</c:v>
                </c:pt>
                <c:pt idx="17">
                  <c:v>168.4952</c:v>
                </c:pt>
                <c:pt idx="18">
                  <c:v>184.0571</c:v>
                </c:pt>
                <c:pt idx="19">
                  <c:v>201.1714</c:v>
                </c:pt>
                <c:pt idx="20">
                  <c:v>221.3143</c:v>
                </c:pt>
                <c:pt idx="21">
                  <c:v>241.9619</c:v>
                </c:pt>
                <c:pt idx="22">
                  <c:v>263.8857</c:v>
                </c:pt>
                <c:pt idx="23">
                  <c:v>287.8286</c:v>
                </c:pt>
                <c:pt idx="24">
                  <c:v>310.9714</c:v>
                </c:pt>
                <c:pt idx="25">
                  <c:v>334.5048</c:v>
                </c:pt>
                <c:pt idx="26">
                  <c:v>361.2857</c:v>
                </c:pt>
                <c:pt idx="27">
                  <c:v>389.2095</c:v>
                </c:pt>
                <c:pt idx="28">
                  <c:v>417.1238</c:v>
                </c:pt>
                <c:pt idx="29">
                  <c:v>445.219</c:v>
                </c:pt>
                <c:pt idx="30">
                  <c:v>477.219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spPr>
            <a:ln w="19050">
              <a:solidFill>
                <a:srgbClr val="006AC6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6.6712</c:v>
                </c:pt>
                <c:pt idx="1">
                  <c:v>12.9361</c:v>
                </c:pt>
                <c:pt idx="2">
                  <c:v>18.239</c:v>
                </c:pt>
                <c:pt idx="3">
                  <c:v>24.961</c:v>
                </c:pt>
                <c:pt idx="4">
                  <c:v>31.1491</c:v>
                </c:pt>
                <c:pt idx="5">
                  <c:v>39.5065</c:v>
                </c:pt>
                <c:pt idx="6">
                  <c:v>47.5065</c:v>
                </c:pt>
                <c:pt idx="7">
                  <c:v>53.7683</c:v>
                </c:pt>
                <c:pt idx="8">
                  <c:v>64.7055</c:v>
                </c:pt>
                <c:pt idx="9">
                  <c:v>75.4774</c:v>
                </c:pt>
                <c:pt idx="10">
                  <c:v>88.1631</c:v>
                </c:pt>
                <c:pt idx="11">
                  <c:v>100.1745</c:v>
                </c:pt>
                <c:pt idx="12">
                  <c:v>113.4899</c:v>
                </c:pt>
                <c:pt idx="13">
                  <c:v>128.9112</c:v>
                </c:pt>
                <c:pt idx="14">
                  <c:v>144.4114</c:v>
                </c:pt>
                <c:pt idx="15">
                  <c:v>160.8249</c:v>
                </c:pt>
                <c:pt idx="16">
                  <c:v>181.9927</c:v>
                </c:pt>
                <c:pt idx="17">
                  <c:v>200.0468</c:v>
                </c:pt>
                <c:pt idx="18">
                  <c:v>219.6966</c:v>
                </c:pt>
                <c:pt idx="19">
                  <c:v>242.5205</c:v>
                </c:pt>
                <c:pt idx="20">
                  <c:v>263.4099</c:v>
                </c:pt>
                <c:pt idx="21">
                  <c:v>285.2862</c:v>
                </c:pt>
                <c:pt idx="22">
                  <c:v>307.9855</c:v>
                </c:pt>
                <c:pt idx="23">
                  <c:v>334.4883</c:v>
                </c:pt>
                <c:pt idx="24">
                  <c:v>362.4665</c:v>
                </c:pt>
                <c:pt idx="25">
                  <c:v>391.9657</c:v>
                </c:pt>
                <c:pt idx="26">
                  <c:v>420.2244</c:v>
                </c:pt>
                <c:pt idx="27">
                  <c:v>452.8343</c:v>
                </c:pt>
                <c:pt idx="28">
                  <c:v>487.0764</c:v>
                </c:pt>
                <c:pt idx="29">
                  <c:v>521.0826</c:v>
                </c:pt>
                <c:pt idx="30">
                  <c:v>556.6275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spPr>
            <a:ln w="19050">
              <a:solidFill>
                <a:srgbClr val="006AC6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5.7333</c:v>
                </c:pt>
                <c:pt idx="1">
                  <c:v>7.5524</c:v>
                </c:pt>
                <c:pt idx="2">
                  <c:v>13.0857</c:v>
                </c:pt>
                <c:pt idx="3">
                  <c:v>18.5714</c:v>
                </c:pt>
                <c:pt idx="4">
                  <c:v>25.219</c:v>
                </c:pt>
                <c:pt idx="5">
                  <c:v>32.6857</c:v>
                </c:pt>
                <c:pt idx="6">
                  <c:v>39.9524</c:v>
                </c:pt>
                <c:pt idx="7">
                  <c:v>47.3429</c:v>
                </c:pt>
                <c:pt idx="8">
                  <c:v>58.3619</c:v>
                </c:pt>
                <c:pt idx="9">
                  <c:v>69.181</c:v>
                </c:pt>
                <c:pt idx="10">
                  <c:v>79.2476</c:v>
                </c:pt>
                <c:pt idx="11">
                  <c:v>91.7524</c:v>
                </c:pt>
                <c:pt idx="12">
                  <c:v>105.1143</c:v>
                </c:pt>
                <c:pt idx="13">
                  <c:v>120.0952</c:v>
                </c:pt>
                <c:pt idx="14">
                  <c:v>133.2286</c:v>
                </c:pt>
                <c:pt idx="15">
                  <c:v>149.5714</c:v>
                </c:pt>
                <c:pt idx="16">
                  <c:v>165.2857</c:v>
                </c:pt>
                <c:pt idx="17">
                  <c:v>184.2</c:v>
                </c:pt>
                <c:pt idx="18">
                  <c:v>202.619</c:v>
                </c:pt>
                <c:pt idx="19">
                  <c:v>219.7048</c:v>
                </c:pt>
                <c:pt idx="20">
                  <c:v>240.7619</c:v>
                </c:pt>
                <c:pt idx="21">
                  <c:v>260.8571</c:v>
                </c:pt>
                <c:pt idx="22">
                  <c:v>284.1048</c:v>
                </c:pt>
                <c:pt idx="23">
                  <c:v>308.8286</c:v>
                </c:pt>
                <c:pt idx="24">
                  <c:v>334.4381</c:v>
                </c:pt>
                <c:pt idx="25">
                  <c:v>360.0667</c:v>
                </c:pt>
                <c:pt idx="26">
                  <c:v>387.4762</c:v>
                </c:pt>
                <c:pt idx="27">
                  <c:v>416.5429</c:v>
                </c:pt>
                <c:pt idx="28">
                  <c:v>447.6667</c:v>
                </c:pt>
                <c:pt idx="29">
                  <c:v>481.9714</c:v>
                </c:pt>
                <c:pt idx="30">
                  <c:v>516.8952</c:v>
                </c:pt>
              </c:numCache>
            </c:numRef>
          </c:val>
          <c:smooth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spPr>
            <a:ln w="19050">
              <a:solidFill>
                <a:srgbClr val="003168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Sheet1!$H$2:$H$32</c:f>
              <c:numCache>
                <c:formatCode>General</c:formatCode>
                <c:ptCount val="31"/>
                <c:pt idx="0">
                  <c:v>3.7714</c:v>
                </c:pt>
                <c:pt idx="1">
                  <c:v>9.4681</c:v>
                </c:pt>
                <c:pt idx="2">
                  <c:v>13.253</c:v>
                </c:pt>
                <c:pt idx="3">
                  <c:v>20.1268</c:v>
                </c:pt>
                <c:pt idx="4">
                  <c:v>25.4618</c:v>
                </c:pt>
                <c:pt idx="5">
                  <c:v>32.2795</c:v>
                </c:pt>
                <c:pt idx="6">
                  <c:v>38.081</c:v>
                </c:pt>
                <c:pt idx="7">
                  <c:v>46.1455</c:v>
                </c:pt>
                <c:pt idx="8">
                  <c:v>54.7813</c:v>
                </c:pt>
                <c:pt idx="9">
                  <c:v>64.7512</c:v>
                </c:pt>
                <c:pt idx="10">
                  <c:v>75.6177</c:v>
                </c:pt>
                <c:pt idx="11">
                  <c:v>87.0868</c:v>
                </c:pt>
                <c:pt idx="12">
                  <c:v>98.2109</c:v>
                </c:pt>
                <c:pt idx="13">
                  <c:v>108.6223</c:v>
                </c:pt>
                <c:pt idx="14">
                  <c:v>122.5268</c:v>
                </c:pt>
                <c:pt idx="15">
                  <c:v>134.5486</c:v>
                </c:pt>
                <c:pt idx="16">
                  <c:v>148.3803</c:v>
                </c:pt>
                <c:pt idx="17">
                  <c:v>164.3823</c:v>
                </c:pt>
                <c:pt idx="18">
                  <c:v>181.0545</c:v>
                </c:pt>
                <c:pt idx="19">
                  <c:v>199.9397</c:v>
                </c:pt>
                <c:pt idx="20">
                  <c:v>218.1964</c:v>
                </c:pt>
                <c:pt idx="21">
                  <c:v>235.76</c:v>
                </c:pt>
                <c:pt idx="22">
                  <c:v>255.8982</c:v>
                </c:pt>
                <c:pt idx="23">
                  <c:v>277.6218</c:v>
                </c:pt>
                <c:pt idx="24">
                  <c:v>299.9314</c:v>
                </c:pt>
                <c:pt idx="25">
                  <c:v>325.2322</c:v>
                </c:pt>
                <c:pt idx="26">
                  <c:v>349.9532</c:v>
                </c:pt>
                <c:pt idx="27">
                  <c:v>374.5932</c:v>
                </c:pt>
                <c:pt idx="28">
                  <c:v>402.3834</c:v>
                </c:pt>
                <c:pt idx="29">
                  <c:v>429.6416</c:v>
                </c:pt>
                <c:pt idx="30">
                  <c:v>461.0255</c:v>
                </c:pt>
              </c:numCache>
            </c:numRef>
          </c:val>
          <c:smooth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spPr>
            <a:ln w="19050">
              <a:solidFill>
                <a:srgbClr val="003168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Sheet1!$I$2:$I$32</c:f>
              <c:numCache>
                <c:formatCode>General</c:formatCode>
                <c:ptCount val="31"/>
                <c:pt idx="0">
                  <c:v>5.2571</c:v>
                </c:pt>
                <c:pt idx="1">
                  <c:v>9.4286</c:v>
                </c:pt>
                <c:pt idx="2">
                  <c:v>15.5333</c:v>
                </c:pt>
                <c:pt idx="3">
                  <c:v>20.9238</c:v>
                </c:pt>
                <c:pt idx="4">
                  <c:v>27.619</c:v>
                </c:pt>
                <c:pt idx="5">
                  <c:v>34.7238</c:v>
                </c:pt>
                <c:pt idx="6">
                  <c:v>42.1333</c:v>
                </c:pt>
                <c:pt idx="7">
                  <c:v>48.5333</c:v>
                </c:pt>
                <c:pt idx="8">
                  <c:v>57.5429</c:v>
                </c:pt>
                <c:pt idx="9">
                  <c:v>66.2476</c:v>
                </c:pt>
                <c:pt idx="10">
                  <c:v>77.6667</c:v>
                </c:pt>
                <c:pt idx="11">
                  <c:v>88.2095</c:v>
                </c:pt>
                <c:pt idx="12">
                  <c:v>99.7714</c:v>
                </c:pt>
                <c:pt idx="13">
                  <c:v>110.5429</c:v>
                </c:pt>
                <c:pt idx="14">
                  <c:v>122.5048</c:v>
                </c:pt>
                <c:pt idx="15">
                  <c:v>135.8381</c:v>
                </c:pt>
                <c:pt idx="16">
                  <c:v>148.7619</c:v>
                </c:pt>
                <c:pt idx="17">
                  <c:v>162.6095</c:v>
                </c:pt>
                <c:pt idx="18">
                  <c:v>178.5238</c:v>
                </c:pt>
                <c:pt idx="19">
                  <c:v>195.4667</c:v>
                </c:pt>
                <c:pt idx="20">
                  <c:v>213.7333</c:v>
                </c:pt>
                <c:pt idx="21">
                  <c:v>234.0</c:v>
                </c:pt>
                <c:pt idx="22">
                  <c:v>253.781</c:v>
                </c:pt>
                <c:pt idx="23">
                  <c:v>275.7905</c:v>
                </c:pt>
                <c:pt idx="24">
                  <c:v>298.0667</c:v>
                </c:pt>
                <c:pt idx="25">
                  <c:v>321.4286</c:v>
                </c:pt>
                <c:pt idx="26">
                  <c:v>346.4</c:v>
                </c:pt>
                <c:pt idx="27">
                  <c:v>370.1143</c:v>
                </c:pt>
                <c:pt idx="28">
                  <c:v>397.181</c:v>
                </c:pt>
                <c:pt idx="29">
                  <c:v>424.6667</c:v>
                </c:pt>
                <c:pt idx="30">
                  <c:v>452.981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Days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2D2D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spPr>
            <a:ln w="19050">
              <a:solidFill>
                <a:srgbClr val="BED2E6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0.9373</c:v>
                </c:pt>
                <c:pt idx="1">
                  <c:v>1.8017</c:v>
                </c:pt>
                <c:pt idx="2">
                  <c:v>2.746</c:v>
                </c:pt>
                <c:pt idx="3">
                  <c:v>4.109</c:v>
                </c:pt>
                <c:pt idx="4">
                  <c:v>5.388</c:v>
                </c:pt>
                <c:pt idx="5">
                  <c:v>6.8703</c:v>
                </c:pt>
                <c:pt idx="6">
                  <c:v>8.444</c:v>
                </c:pt>
                <c:pt idx="7">
                  <c:v>10.3147</c:v>
                </c:pt>
                <c:pt idx="8">
                  <c:v>12.1743</c:v>
                </c:pt>
                <c:pt idx="9">
                  <c:v>14.428</c:v>
                </c:pt>
                <c:pt idx="10">
                  <c:v>16.653</c:v>
                </c:pt>
                <c:pt idx="11">
                  <c:v>19.234</c:v>
                </c:pt>
                <c:pt idx="12">
                  <c:v>22.076</c:v>
                </c:pt>
                <c:pt idx="13">
                  <c:v>24.4423</c:v>
                </c:pt>
                <c:pt idx="14">
                  <c:v>27.5807</c:v>
                </c:pt>
                <c:pt idx="15">
                  <c:v>31.1303</c:v>
                </c:pt>
                <c:pt idx="16">
                  <c:v>34.2197</c:v>
                </c:pt>
                <c:pt idx="17">
                  <c:v>37.757</c:v>
                </c:pt>
                <c:pt idx="18">
                  <c:v>41.4427</c:v>
                </c:pt>
                <c:pt idx="19">
                  <c:v>45.5577</c:v>
                </c:pt>
                <c:pt idx="20">
                  <c:v>49.9347</c:v>
                </c:pt>
                <c:pt idx="21">
                  <c:v>54.271</c:v>
                </c:pt>
                <c:pt idx="22">
                  <c:v>59.3447</c:v>
                </c:pt>
                <c:pt idx="23">
                  <c:v>64.1503</c:v>
                </c:pt>
                <c:pt idx="24">
                  <c:v>69.3947</c:v>
                </c:pt>
                <c:pt idx="25">
                  <c:v>75.1887</c:v>
                </c:pt>
                <c:pt idx="26">
                  <c:v>81.4783</c:v>
                </c:pt>
                <c:pt idx="27">
                  <c:v>87.438</c:v>
                </c:pt>
                <c:pt idx="28">
                  <c:v>93.983</c:v>
                </c:pt>
                <c:pt idx="29">
                  <c:v>100.6603</c:v>
                </c:pt>
                <c:pt idx="30">
                  <c:v>107.1663</c:v>
                </c:pt>
                <c:pt idx="31">
                  <c:v>114.0887</c:v>
                </c:pt>
                <c:pt idx="32">
                  <c:v>121.2103</c:v>
                </c:pt>
                <c:pt idx="33">
                  <c:v>128.7573</c:v>
                </c:pt>
                <c:pt idx="34">
                  <c:v>136.5747</c:v>
                </c:pt>
                <c:pt idx="35">
                  <c:v>144.7427</c:v>
                </c:pt>
                <c:pt idx="36">
                  <c:v>153.45</c:v>
                </c:pt>
                <c:pt idx="37">
                  <c:v>162.1767</c:v>
                </c:pt>
                <c:pt idx="38">
                  <c:v>171.6653</c:v>
                </c:pt>
                <c:pt idx="39">
                  <c:v>180.6593</c:v>
                </c:pt>
                <c:pt idx="40">
                  <c:v>190.1063</c:v>
                </c:pt>
                <c:pt idx="41">
                  <c:v>199.6543</c:v>
                </c:pt>
                <c:pt idx="42">
                  <c:v>209.6513</c:v>
                </c:pt>
                <c:pt idx="43">
                  <c:v>219.3637</c:v>
                </c:pt>
                <c:pt idx="44">
                  <c:v>229.5387</c:v>
                </c:pt>
                <c:pt idx="45">
                  <c:v>240.06</c:v>
                </c:pt>
                <c:pt idx="46">
                  <c:v>250.1563</c:v>
                </c:pt>
                <c:pt idx="47">
                  <c:v>260.5477</c:v>
                </c:pt>
                <c:pt idx="48">
                  <c:v>271.2097</c:v>
                </c:pt>
                <c:pt idx="49">
                  <c:v>281.7647</c:v>
                </c:pt>
                <c:pt idx="50">
                  <c:v>292.326</c:v>
                </c:pt>
                <c:pt idx="51">
                  <c:v>303.6523</c:v>
                </c:pt>
                <c:pt idx="52">
                  <c:v>314.5757</c:v>
                </c:pt>
                <c:pt idx="53">
                  <c:v>326.069</c:v>
                </c:pt>
                <c:pt idx="54">
                  <c:v>337.1023</c:v>
                </c:pt>
                <c:pt idx="55">
                  <c:v>348.2883</c:v>
                </c:pt>
                <c:pt idx="56">
                  <c:v>359.7923</c:v>
                </c:pt>
                <c:pt idx="57">
                  <c:v>371.1207</c:v>
                </c:pt>
                <c:pt idx="58">
                  <c:v>382.3437</c:v>
                </c:pt>
                <c:pt idx="59">
                  <c:v>393.6687</c:v>
                </c:pt>
                <c:pt idx="60">
                  <c:v>405.2893</c:v>
                </c:pt>
                <c:pt idx="61">
                  <c:v>416.7313</c:v>
                </c:pt>
                <c:pt idx="62">
                  <c:v>428.403</c:v>
                </c:pt>
                <c:pt idx="63">
                  <c:v>439.546</c:v>
                </c:pt>
                <c:pt idx="64">
                  <c:v>451.1417</c:v>
                </c:pt>
                <c:pt idx="65">
                  <c:v>462.8653</c:v>
                </c:pt>
                <c:pt idx="66">
                  <c:v>474.5413</c:v>
                </c:pt>
                <c:pt idx="67">
                  <c:v>486.1307</c:v>
                </c:pt>
                <c:pt idx="68">
                  <c:v>497.7747</c:v>
                </c:pt>
                <c:pt idx="69">
                  <c:v>509.6767</c:v>
                </c:pt>
                <c:pt idx="70">
                  <c:v>521.947</c:v>
                </c:pt>
                <c:pt idx="71">
                  <c:v>533.537</c:v>
                </c:pt>
                <c:pt idx="72">
                  <c:v>545.42</c:v>
                </c:pt>
                <c:pt idx="73">
                  <c:v>557.6263</c:v>
                </c:pt>
                <c:pt idx="74">
                  <c:v>569.693</c:v>
                </c:pt>
                <c:pt idx="75">
                  <c:v>581.671</c:v>
                </c:pt>
                <c:pt idx="76">
                  <c:v>593.576</c:v>
                </c:pt>
                <c:pt idx="77">
                  <c:v>605.607</c:v>
                </c:pt>
                <c:pt idx="78">
                  <c:v>617.622</c:v>
                </c:pt>
                <c:pt idx="79">
                  <c:v>629.1403</c:v>
                </c:pt>
                <c:pt idx="80">
                  <c:v>641.0267</c:v>
                </c:pt>
                <c:pt idx="81">
                  <c:v>652.622</c:v>
                </c:pt>
                <c:pt idx="82">
                  <c:v>665.0143</c:v>
                </c:pt>
                <c:pt idx="83">
                  <c:v>677.3003</c:v>
                </c:pt>
                <c:pt idx="84">
                  <c:v>689.2013</c:v>
                </c:pt>
                <c:pt idx="85">
                  <c:v>701.4967</c:v>
                </c:pt>
                <c:pt idx="86">
                  <c:v>714.1977</c:v>
                </c:pt>
                <c:pt idx="87">
                  <c:v>726.1567</c:v>
                </c:pt>
                <c:pt idx="88">
                  <c:v>738.5887</c:v>
                </c:pt>
                <c:pt idx="89">
                  <c:v>750.797</c:v>
                </c:pt>
                <c:pt idx="90">
                  <c:v>762.8637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spPr>
            <a:ln w="19050">
              <a:solidFill>
                <a:srgbClr val="BED2E6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0.8</c:v>
                </c:pt>
                <c:pt idx="1">
                  <c:v>1.7143</c:v>
                </c:pt>
                <c:pt idx="2">
                  <c:v>2.2857</c:v>
                </c:pt>
                <c:pt idx="3">
                  <c:v>3.581</c:v>
                </c:pt>
                <c:pt idx="4">
                  <c:v>4.781</c:v>
                </c:pt>
                <c:pt idx="5">
                  <c:v>6.2603</c:v>
                </c:pt>
                <c:pt idx="6">
                  <c:v>7.6571</c:v>
                </c:pt>
                <c:pt idx="7">
                  <c:v>9.9365</c:v>
                </c:pt>
                <c:pt idx="8">
                  <c:v>11.3016</c:v>
                </c:pt>
                <c:pt idx="9">
                  <c:v>12.9651</c:v>
                </c:pt>
                <c:pt idx="10">
                  <c:v>15.1365</c:v>
                </c:pt>
                <c:pt idx="11">
                  <c:v>17.8222</c:v>
                </c:pt>
                <c:pt idx="12">
                  <c:v>19.9238</c:v>
                </c:pt>
                <c:pt idx="13">
                  <c:v>22.819</c:v>
                </c:pt>
                <c:pt idx="14">
                  <c:v>25.2825</c:v>
                </c:pt>
                <c:pt idx="15">
                  <c:v>28.419</c:v>
                </c:pt>
                <c:pt idx="16">
                  <c:v>31.4794</c:v>
                </c:pt>
                <c:pt idx="17">
                  <c:v>35.219</c:v>
                </c:pt>
                <c:pt idx="18">
                  <c:v>39.0667</c:v>
                </c:pt>
                <c:pt idx="19">
                  <c:v>42.5905</c:v>
                </c:pt>
                <c:pt idx="20">
                  <c:v>47.1365</c:v>
                </c:pt>
                <c:pt idx="21">
                  <c:v>51.0032</c:v>
                </c:pt>
                <c:pt idx="22">
                  <c:v>55.2825</c:v>
                </c:pt>
                <c:pt idx="23">
                  <c:v>60.273</c:v>
                </c:pt>
                <c:pt idx="24">
                  <c:v>64.9397</c:v>
                </c:pt>
                <c:pt idx="25">
                  <c:v>69.873</c:v>
                </c:pt>
                <c:pt idx="26">
                  <c:v>75.2254</c:v>
                </c:pt>
                <c:pt idx="27">
                  <c:v>80.8952</c:v>
                </c:pt>
                <c:pt idx="28">
                  <c:v>86.8</c:v>
                </c:pt>
                <c:pt idx="29">
                  <c:v>92.6984</c:v>
                </c:pt>
                <c:pt idx="30">
                  <c:v>99.054</c:v>
                </c:pt>
                <c:pt idx="31">
                  <c:v>105.746</c:v>
                </c:pt>
                <c:pt idx="32">
                  <c:v>112.8698</c:v>
                </c:pt>
                <c:pt idx="33">
                  <c:v>119.9683</c:v>
                </c:pt>
                <c:pt idx="34">
                  <c:v>126.9397</c:v>
                </c:pt>
                <c:pt idx="35">
                  <c:v>134.419</c:v>
                </c:pt>
                <c:pt idx="36">
                  <c:v>141.9683</c:v>
                </c:pt>
                <c:pt idx="37">
                  <c:v>150.1587</c:v>
                </c:pt>
                <c:pt idx="38">
                  <c:v>157.8857</c:v>
                </c:pt>
                <c:pt idx="39">
                  <c:v>166.2984</c:v>
                </c:pt>
                <c:pt idx="40">
                  <c:v>174.5333</c:v>
                </c:pt>
                <c:pt idx="41">
                  <c:v>183.4667</c:v>
                </c:pt>
                <c:pt idx="42">
                  <c:v>192.4571</c:v>
                </c:pt>
                <c:pt idx="43">
                  <c:v>201.4857</c:v>
                </c:pt>
                <c:pt idx="44">
                  <c:v>210.7302</c:v>
                </c:pt>
                <c:pt idx="45">
                  <c:v>219.9238</c:v>
                </c:pt>
                <c:pt idx="46">
                  <c:v>229.4794</c:v>
                </c:pt>
                <c:pt idx="47">
                  <c:v>239.0032</c:v>
                </c:pt>
                <c:pt idx="48">
                  <c:v>248.819</c:v>
                </c:pt>
                <c:pt idx="49">
                  <c:v>258.5968</c:v>
                </c:pt>
                <c:pt idx="50">
                  <c:v>267.9111</c:v>
                </c:pt>
                <c:pt idx="51">
                  <c:v>277.7587</c:v>
                </c:pt>
                <c:pt idx="52">
                  <c:v>288.1524</c:v>
                </c:pt>
                <c:pt idx="53">
                  <c:v>298.6159</c:v>
                </c:pt>
                <c:pt idx="54">
                  <c:v>308.8571</c:v>
                </c:pt>
                <c:pt idx="55">
                  <c:v>319.1175</c:v>
                </c:pt>
                <c:pt idx="56">
                  <c:v>329.4032</c:v>
                </c:pt>
                <c:pt idx="57">
                  <c:v>339.9619</c:v>
                </c:pt>
                <c:pt idx="58">
                  <c:v>350.5714</c:v>
                </c:pt>
                <c:pt idx="59">
                  <c:v>360.8825</c:v>
                </c:pt>
                <c:pt idx="60">
                  <c:v>371.6127</c:v>
                </c:pt>
                <c:pt idx="61">
                  <c:v>382.5143</c:v>
                </c:pt>
                <c:pt idx="62">
                  <c:v>392.9714</c:v>
                </c:pt>
                <c:pt idx="63">
                  <c:v>403.6381</c:v>
                </c:pt>
                <c:pt idx="64">
                  <c:v>414.4825</c:v>
                </c:pt>
                <c:pt idx="65">
                  <c:v>425.4222</c:v>
                </c:pt>
                <c:pt idx="66">
                  <c:v>436.1333</c:v>
                </c:pt>
                <c:pt idx="67">
                  <c:v>446.8508</c:v>
                </c:pt>
                <c:pt idx="68">
                  <c:v>457.6063</c:v>
                </c:pt>
                <c:pt idx="69">
                  <c:v>468.5778</c:v>
                </c:pt>
                <c:pt idx="70">
                  <c:v>479.581</c:v>
                </c:pt>
                <c:pt idx="71">
                  <c:v>490.5016</c:v>
                </c:pt>
                <c:pt idx="72">
                  <c:v>501.1429</c:v>
                </c:pt>
                <c:pt idx="73">
                  <c:v>511.8603</c:v>
                </c:pt>
                <c:pt idx="74">
                  <c:v>522.9778</c:v>
                </c:pt>
                <c:pt idx="75">
                  <c:v>533.6952</c:v>
                </c:pt>
                <c:pt idx="76">
                  <c:v>544.7492</c:v>
                </c:pt>
                <c:pt idx="77">
                  <c:v>555.6825</c:v>
                </c:pt>
                <c:pt idx="78">
                  <c:v>566.5714</c:v>
                </c:pt>
                <c:pt idx="79">
                  <c:v>577.6127</c:v>
                </c:pt>
                <c:pt idx="80">
                  <c:v>589.0286</c:v>
                </c:pt>
                <c:pt idx="81">
                  <c:v>600.146</c:v>
                </c:pt>
                <c:pt idx="82">
                  <c:v>611.1429</c:v>
                </c:pt>
                <c:pt idx="83">
                  <c:v>621.8794</c:v>
                </c:pt>
                <c:pt idx="84">
                  <c:v>633.0667</c:v>
                </c:pt>
                <c:pt idx="85">
                  <c:v>644.4</c:v>
                </c:pt>
                <c:pt idx="86">
                  <c:v>655.619</c:v>
                </c:pt>
                <c:pt idx="87">
                  <c:v>666.9714</c:v>
                </c:pt>
                <c:pt idx="88">
                  <c:v>678.1714</c:v>
                </c:pt>
                <c:pt idx="89">
                  <c:v>688.9778</c:v>
                </c:pt>
                <c:pt idx="90">
                  <c:v>700.0698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spPr>
            <a:ln w="1905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Sheet1!$D$2:$D$92</c:f>
              <c:numCache>
                <c:formatCode>General</c:formatCode>
                <c:ptCount val="91"/>
                <c:pt idx="0">
                  <c:v>1.2517</c:v>
                </c:pt>
                <c:pt idx="1">
                  <c:v>2.2823</c:v>
                </c:pt>
                <c:pt idx="2">
                  <c:v>3.5203</c:v>
                </c:pt>
                <c:pt idx="3">
                  <c:v>4.9723</c:v>
                </c:pt>
                <c:pt idx="4">
                  <c:v>6.7687</c:v>
                </c:pt>
                <c:pt idx="5">
                  <c:v>8.6163</c:v>
                </c:pt>
                <c:pt idx="6">
                  <c:v>10.5</c:v>
                </c:pt>
                <c:pt idx="7">
                  <c:v>12.456</c:v>
                </c:pt>
                <c:pt idx="8">
                  <c:v>14.193</c:v>
                </c:pt>
                <c:pt idx="9">
                  <c:v>16.0653</c:v>
                </c:pt>
                <c:pt idx="10">
                  <c:v>18.3607</c:v>
                </c:pt>
                <c:pt idx="11">
                  <c:v>21.1203</c:v>
                </c:pt>
                <c:pt idx="12">
                  <c:v>23.8977</c:v>
                </c:pt>
                <c:pt idx="13">
                  <c:v>26.9107</c:v>
                </c:pt>
                <c:pt idx="14">
                  <c:v>29.5973</c:v>
                </c:pt>
                <c:pt idx="15">
                  <c:v>32.5067</c:v>
                </c:pt>
                <c:pt idx="16">
                  <c:v>36.3</c:v>
                </c:pt>
                <c:pt idx="17">
                  <c:v>40.0283</c:v>
                </c:pt>
                <c:pt idx="18">
                  <c:v>43.6683</c:v>
                </c:pt>
                <c:pt idx="19">
                  <c:v>48.1193</c:v>
                </c:pt>
                <c:pt idx="20">
                  <c:v>52.666</c:v>
                </c:pt>
                <c:pt idx="21">
                  <c:v>58.166</c:v>
                </c:pt>
                <c:pt idx="22">
                  <c:v>63.4983</c:v>
                </c:pt>
                <c:pt idx="23">
                  <c:v>68.8727</c:v>
                </c:pt>
                <c:pt idx="24">
                  <c:v>74.3977</c:v>
                </c:pt>
                <c:pt idx="25">
                  <c:v>80.3027</c:v>
                </c:pt>
                <c:pt idx="26">
                  <c:v>86.4053</c:v>
                </c:pt>
                <c:pt idx="27">
                  <c:v>92.45</c:v>
                </c:pt>
                <c:pt idx="28">
                  <c:v>99.3867</c:v>
                </c:pt>
                <c:pt idx="29">
                  <c:v>106.4397</c:v>
                </c:pt>
                <c:pt idx="30">
                  <c:v>112.997</c:v>
                </c:pt>
                <c:pt idx="31">
                  <c:v>120.3763</c:v>
                </c:pt>
                <c:pt idx="32">
                  <c:v>127.98</c:v>
                </c:pt>
                <c:pt idx="33">
                  <c:v>136.3167</c:v>
                </c:pt>
                <c:pt idx="34">
                  <c:v>144.6527</c:v>
                </c:pt>
                <c:pt idx="35">
                  <c:v>153.6373</c:v>
                </c:pt>
                <c:pt idx="36">
                  <c:v>162.08</c:v>
                </c:pt>
                <c:pt idx="37">
                  <c:v>170.8947</c:v>
                </c:pt>
                <c:pt idx="38">
                  <c:v>180.49</c:v>
                </c:pt>
                <c:pt idx="39">
                  <c:v>189.8653</c:v>
                </c:pt>
                <c:pt idx="40">
                  <c:v>199.3497</c:v>
                </c:pt>
                <c:pt idx="41">
                  <c:v>209.1733</c:v>
                </c:pt>
                <c:pt idx="42">
                  <c:v>219.1303</c:v>
                </c:pt>
                <c:pt idx="43">
                  <c:v>229.604</c:v>
                </c:pt>
                <c:pt idx="44">
                  <c:v>240.3997</c:v>
                </c:pt>
                <c:pt idx="45">
                  <c:v>250.6657</c:v>
                </c:pt>
                <c:pt idx="46">
                  <c:v>261.4187</c:v>
                </c:pt>
                <c:pt idx="47">
                  <c:v>272.3957</c:v>
                </c:pt>
                <c:pt idx="48">
                  <c:v>283.5267</c:v>
                </c:pt>
                <c:pt idx="49">
                  <c:v>294.9783</c:v>
                </c:pt>
                <c:pt idx="50">
                  <c:v>306.3667</c:v>
                </c:pt>
                <c:pt idx="51">
                  <c:v>317.6873</c:v>
                </c:pt>
                <c:pt idx="52">
                  <c:v>328.9757</c:v>
                </c:pt>
                <c:pt idx="53">
                  <c:v>340.1783</c:v>
                </c:pt>
                <c:pt idx="54">
                  <c:v>351.844</c:v>
                </c:pt>
                <c:pt idx="55">
                  <c:v>363.6923</c:v>
                </c:pt>
                <c:pt idx="56">
                  <c:v>375.8513</c:v>
                </c:pt>
                <c:pt idx="57">
                  <c:v>387.749</c:v>
                </c:pt>
                <c:pt idx="58">
                  <c:v>400.4063</c:v>
                </c:pt>
                <c:pt idx="59">
                  <c:v>412.5093</c:v>
                </c:pt>
                <c:pt idx="60">
                  <c:v>424.565</c:v>
                </c:pt>
                <c:pt idx="61">
                  <c:v>436.895</c:v>
                </c:pt>
                <c:pt idx="62">
                  <c:v>448.9267</c:v>
                </c:pt>
                <c:pt idx="63">
                  <c:v>461.3057</c:v>
                </c:pt>
                <c:pt idx="64">
                  <c:v>473.1427</c:v>
                </c:pt>
                <c:pt idx="65">
                  <c:v>485.7207</c:v>
                </c:pt>
                <c:pt idx="66">
                  <c:v>498.1773</c:v>
                </c:pt>
                <c:pt idx="67">
                  <c:v>510.703</c:v>
                </c:pt>
                <c:pt idx="68">
                  <c:v>523.244</c:v>
                </c:pt>
                <c:pt idx="69">
                  <c:v>535.4457</c:v>
                </c:pt>
                <c:pt idx="70">
                  <c:v>547.7683</c:v>
                </c:pt>
                <c:pt idx="71">
                  <c:v>560.7463</c:v>
                </c:pt>
                <c:pt idx="72">
                  <c:v>573.4703</c:v>
                </c:pt>
                <c:pt idx="73">
                  <c:v>585.9337</c:v>
                </c:pt>
                <c:pt idx="74">
                  <c:v>598.676</c:v>
                </c:pt>
                <c:pt idx="75">
                  <c:v>611.431</c:v>
                </c:pt>
                <c:pt idx="76">
                  <c:v>624.5977</c:v>
                </c:pt>
                <c:pt idx="77">
                  <c:v>637.5617</c:v>
                </c:pt>
                <c:pt idx="78">
                  <c:v>650.3587</c:v>
                </c:pt>
                <c:pt idx="79">
                  <c:v>662.9463</c:v>
                </c:pt>
                <c:pt idx="80">
                  <c:v>676.1173</c:v>
                </c:pt>
                <c:pt idx="81">
                  <c:v>688.8143</c:v>
                </c:pt>
                <c:pt idx="82">
                  <c:v>701.323</c:v>
                </c:pt>
                <c:pt idx="83">
                  <c:v>713.75</c:v>
                </c:pt>
                <c:pt idx="84">
                  <c:v>726.2763</c:v>
                </c:pt>
                <c:pt idx="85">
                  <c:v>738.9373</c:v>
                </c:pt>
                <c:pt idx="86">
                  <c:v>751.8943</c:v>
                </c:pt>
                <c:pt idx="87">
                  <c:v>764.895</c:v>
                </c:pt>
                <c:pt idx="88">
                  <c:v>777.9617</c:v>
                </c:pt>
                <c:pt idx="89">
                  <c:v>790.7773</c:v>
                </c:pt>
                <c:pt idx="90">
                  <c:v>803.7713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spPr>
            <a:ln w="19050">
              <a:solidFill>
                <a:srgbClr val="5B9BD5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Sheet1!$E$2:$E$92</c:f>
              <c:numCache>
                <c:formatCode>General</c:formatCode>
                <c:ptCount val="91"/>
                <c:pt idx="0">
                  <c:v>1.327</c:v>
                </c:pt>
                <c:pt idx="1">
                  <c:v>2.927</c:v>
                </c:pt>
                <c:pt idx="2">
                  <c:v>3.8095</c:v>
                </c:pt>
                <c:pt idx="3">
                  <c:v>5.0032</c:v>
                </c:pt>
                <c:pt idx="4">
                  <c:v>6.3048</c:v>
                </c:pt>
                <c:pt idx="5">
                  <c:v>7.2254</c:v>
                </c:pt>
                <c:pt idx="6">
                  <c:v>9.0032</c:v>
                </c:pt>
                <c:pt idx="7">
                  <c:v>11.2635</c:v>
                </c:pt>
                <c:pt idx="8">
                  <c:v>13.1683</c:v>
                </c:pt>
                <c:pt idx="9">
                  <c:v>15.4222</c:v>
                </c:pt>
                <c:pt idx="10">
                  <c:v>17.5683</c:v>
                </c:pt>
                <c:pt idx="11">
                  <c:v>19.9873</c:v>
                </c:pt>
                <c:pt idx="12">
                  <c:v>22.8</c:v>
                </c:pt>
                <c:pt idx="13">
                  <c:v>25.4222</c:v>
                </c:pt>
                <c:pt idx="14">
                  <c:v>28.8698</c:v>
                </c:pt>
                <c:pt idx="15">
                  <c:v>31.727</c:v>
                </c:pt>
                <c:pt idx="16">
                  <c:v>35.3968</c:v>
                </c:pt>
                <c:pt idx="17">
                  <c:v>39.0921</c:v>
                </c:pt>
                <c:pt idx="18">
                  <c:v>43.5492</c:v>
                </c:pt>
                <c:pt idx="19">
                  <c:v>48.0698</c:v>
                </c:pt>
                <c:pt idx="20">
                  <c:v>52.1079</c:v>
                </c:pt>
                <c:pt idx="21">
                  <c:v>56.3238</c:v>
                </c:pt>
                <c:pt idx="22">
                  <c:v>61.1873</c:v>
                </c:pt>
                <c:pt idx="23">
                  <c:v>66.4635</c:v>
                </c:pt>
                <c:pt idx="24">
                  <c:v>72.1079</c:v>
                </c:pt>
                <c:pt idx="25">
                  <c:v>78.0952</c:v>
                </c:pt>
                <c:pt idx="26">
                  <c:v>84.546</c:v>
                </c:pt>
                <c:pt idx="27">
                  <c:v>90.7492</c:v>
                </c:pt>
                <c:pt idx="28">
                  <c:v>97.1302</c:v>
                </c:pt>
                <c:pt idx="29">
                  <c:v>104.3429</c:v>
                </c:pt>
                <c:pt idx="30">
                  <c:v>111.6825</c:v>
                </c:pt>
                <c:pt idx="31">
                  <c:v>119.3714</c:v>
                </c:pt>
                <c:pt idx="32">
                  <c:v>127.2</c:v>
                </c:pt>
                <c:pt idx="33">
                  <c:v>135.4286</c:v>
                </c:pt>
                <c:pt idx="34">
                  <c:v>144.3619</c:v>
                </c:pt>
                <c:pt idx="35">
                  <c:v>152.7429</c:v>
                </c:pt>
                <c:pt idx="36">
                  <c:v>161.4794</c:v>
                </c:pt>
                <c:pt idx="37">
                  <c:v>170.9524</c:v>
                </c:pt>
                <c:pt idx="38">
                  <c:v>180.9016</c:v>
                </c:pt>
                <c:pt idx="39">
                  <c:v>190.6159</c:v>
                </c:pt>
                <c:pt idx="40">
                  <c:v>200.2667</c:v>
                </c:pt>
                <c:pt idx="41">
                  <c:v>209.9365</c:v>
                </c:pt>
                <c:pt idx="42">
                  <c:v>220.3937</c:v>
                </c:pt>
                <c:pt idx="43">
                  <c:v>230.6413</c:v>
                </c:pt>
                <c:pt idx="44">
                  <c:v>241.9683</c:v>
                </c:pt>
                <c:pt idx="45">
                  <c:v>253.5048</c:v>
                </c:pt>
                <c:pt idx="46">
                  <c:v>264.6476</c:v>
                </c:pt>
                <c:pt idx="47">
                  <c:v>276.0063</c:v>
                </c:pt>
                <c:pt idx="48">
                  <c:v>287.346</c:v>
                </c:pt>
                <c:pt idx="49">
                  <c:v>299.1492</c:v>
                </c:pt>
                <c:pt idx="50">
                  <c:v>310.7746</c:v>
                </c:pt>
                <c:pt idx="51">
                  <c:v>322.5333</c:v>
                </c:pt>
                <c:pt idx="52">
                  <c:v>334.7365</c:v>
                </c:pt>
                <c:pt idx="53">
                  <c:v>346.8444</c:v>
                </c:pt>
                <c:pt idx="54">
                  <c:v>359.4413</c:v>
                </c:pt>
                <c:pt idx="55">
                  <c:v>371.1365</c:v>
                </c:pt>
                <c:pt idx="56">
                  <c:v>383.1937</c:v>
                </c:pt>
                <c:pt idx="57">
                  <c:v>395.2317</c:v>
                </c:pt>
                <c:pt idx="58">
                  <c:v>407.7968</c:v>
                </c:pt>
                <c:pt idx="59">
                  <c:v>420.0762</c:v>
                </c:pt>
                <c:pt idx="60">
                  <c:v>432.6984</c:v>
                </c:pt>
                <c:pt idx="61">
                  <c:v>444.9143</c:v>
                </c:pt>
                <c:pt idx="62">
                  <c:v>457.4603</c:v>
                </c:pt>
                <c:pt idx="63">
                  <c:v>470.6794</c:v>
                </c:pt>
                <c:pt idx="64">
                  <c:v>483.7651</c:v>
                </c:pt>
                <c:pt idx="65">
                  <c:v>495.9683</c:v>
                </c:pt>
                <c:pt idx="66">
                  <c:v>508.7937</c:v>
                </c:pt>
                <c:pt idx="67">
                  <c:v>521.7778</c:v>
                </c:pt>
                <c:pt idx="68">
                  <c:v>534.4444</c:v>
                </c:pt>
                <c:pt idx="69">
                  <c:v>546.9778</c:v>
                </c:pt>
                <c:pt idx="70">
                  <c:v>560.0</c:v>
                </c:pt>
                <c:pt idx="71">
                  <c:v>572.9016</c:v>
                </c:pt>
                <c:pt idx="72">
                  <c:v>585.9429</c:v>
                </c:pt>
                <c:pt idx="73">
                  <c:v>598.8127</c:v>
                </c:pt>
                <c:pt idx="74">
                  <c:v>612.3556</c:v>
                </c:pt>
                <c:pt idx="75">
                  <c:v>625.0667</c:v>
                </c:pt>
                <c:pt idx="76">
                  <c:v>637.8984</c:v>
                </c:pt>
                <c:pt idx="77">
                  <c:v>651.0095</c:v>
                </c:pt>
                <c:pt idx="78">
                  <c:v>664.1905</c:v>
                </c:pt>
                <c:pt idx="79">
                  <c:v>676.8317</c:v>
                </c:pt>
                <c:pt idx="80">
                  <c:v>690.1841</c:v>
                </c:pt>
                <c:pt idx="81">
                  <c:v>702.8254</c:v>
                </c:pt>
                <c:pt idx="82">
                  <c:v>715.8603</c:v>
                </c:pt>
                <c:pt idx="83">
                  <c:v>728.819</c:v>
                </c:pt>
                <c:pt idx="84">
                  <c:v>741.6825</c:v>
                </c:pt>
                <c:pt idx="85">
                  <c:v>755.0349</c:v>
                </c:pt>
                <c:pt idx="86">
                  <c:v>767.4794</c:v>
                </c:pt>
                <c:pt idx="87">
                  <c:v>780.3556</c:v>
                </c:pt>
                <c:pt idx="88">
                  <c:v>793.1937</c:v>
                </c:pt>
                <c:pt idx="89">
                  <c:v>806.5016</c:v>
                </c:pt>
                <c:pt idx="90">
                  <c:v>819.9873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spPr>
            <a:ln w="19050">
              <a:solidFill>
                <a:srgbClr val="006AC6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Sheet1!$F$2:$F$92</c:f>
              <c:numCache>
                <c:formatCode>General</c:formatCode>
                <c:ptCount val="91"/>
                <c:pt idx="0">
                  <c:v>1.442</c:v>
                </c:pt>
                <c:pt idx="1">
                  <c:v>2.0353</c:v>
                </c:pt>
                <c:pt idx="2">
                  <c:v>3.3473</c:v>
                </c:pt>
                <c:pt idx="3">
                  <c:v>4.363</c:v>
                </c:pt>
                <c:pt idx="4">
                  <c:v>5.7537</c:v>
                </c:pt>
                <c:pt idx="5">
                  <c:v>7.4267</c:v>
                </c:pt>
                <c:pt idx="6">
                  <c:v>9.19</c:v>
                </c:pt>
                <c:pt idx="7">
                  <c:v>11.4243</c:v>
                </c:pt>
                <c:pt idx="8">
                  <c:v>12.935</c:v>
                </c:pt>
                <c:pt idx="9">
                  <c:v>14.899</c:v>
                </c:pt>
                <c:pt idx="10">
                  <c:v>16.8617</c:v>
                </c:pt>
                <c:pt idx="11">
                  <c:v>18.959</c:v>
                </c:pt>
                <c:pt idx="12">
                  <c:v>21.9287</c:v>
                </c:pt>
                <c:pt idx="13">
                  <c:v>24.88</c:v>
                </c:pt>
                <c:pt idx="14">
                  <c:v>28.3937</c:v>
                </c:pt>
                <c:pt idx="15">
                  <c:v>32.026</c:v>
                </c:pt>
                <c:pt idx="16">
                  <c:v>35.5927</c:v>
                </c:pt>
                <c:pt idx="17">
                  <c:v>39.1237</c:v>
                </c:pt>
                <c:pt idx="18">
                  <c:v>43.4067</c:v>
                </c:pt>
                <c:pt idx="19">
                  <c:v>47.5033</c:v>
                </c:pt>
                <c:pt idx="20">
                  <c:v>51.727</c:v>
                </c:pt>
                <c:pt idx="21">
                  <c:v>56.229</c:v>
                </c:pt>
                <c:pt idx="22">
                  <c:v>61.3333</c:v>
                </c:pt>
                <c:pt idx="23">
                  <c:v>67.012</c:v>
                </c:pt>
                <c:pt idx="24">
                  <c:v>72.6573</c:v>
                </c:pt>
                <c:pt idx="25">
                  <c:v>78.892</c:v>
                </c:pt>
                <c:pt idx="26">
                  <c:v>85.1197</c:v>
                </c:pt>
                <c:pt idx="27">
                  <c:v>91.501</c:v>
                </c:pt>
                <c:pt idx="28">
                  <c:v>98.9883</c:v>
                </c:pt>
                <c:pt idx="29">
                  <c:v>106.529</c:v>
                </c:pt>
                <c:pt idx="30">
                  <c:v>113.933</c:v>
                </c:pt>
                <c:pt idx="31">
                  <c:v>121.3513</c:v>
                </c:pt>
                <c:pt idx="32">
                  <c:v>128.845</c:v>
                </c:pt>
                <c:pt idx="33">
                  <c:v>137.1327</c:v>
                </c:pt>
                <c:pt idx="34">
                  <c:v>145.5157</c:v>
                </c:pt>
                <c:pt idx="35">
                  <c:v>154.345</c:v>
                </c:pt>
                <c:pt idx="36">
                  <c:v>163.388</c:v>
                </c:pt>
                <c:pt idx="37">
                  <c:v>172.703</c:v>
                </c:pt>
                <c:pt idx="38">
                  <c:v>182.435</c:v>
                </c:pt>
                <c:pt idx="39">
                  <c:v>192.1767</c:v>
                </c:pt>
                <c:pt idx="40">
                  <c:v>201.8637</c:v>
                </c:pt>
                <c:pt idx="41">
                  <c:v>211.744</c:v>
                </c:pt>
                <c:pt idx="42">
                  <c:v>222.1713</c:v>
                </c:pt>
                <c:pt idx="43">
                  <c:v>232.3543</c:v>
                </c:pt>
                <c:pt idx="44">
                  <c:v>243.178</c:v>
                </c:pt>
                <c:pt idx="45">
                  <c:v>254.167</c:v>
                </c:pt>
                <c:pt idx="46">
                  <c:v>265.1157</c:v>
                </c:pt>
                <c:pt idx="47">
                  <c:v>276.02</c:v>
                </c:pt>
                <c:pt idx="48">
                  <c:v>286.8043</c:v>
                </c:pt>
                <c:pt idx="49">
                  <c:v>297.8873</c:v>
                </c:pt>
                <c:pt idx="50">
                  <c:v>308.9613</c:v>
                </c:pt>
                <c:pt idx="51">
                  <c:v>320.5777</c:v>
                </c:pt>
                <c:pt idx="52">
                  <c:v>332.1777</c:v>
                </c:pt>
                <c:pt idx="53">
                  <c:v>343.7517</c:v>
                </c:pt>
                <c:pt idx="54">
                  <c:v>355.8827</c:v>
                </c:pt>
                <c:pt idx="55">
                  <c:v>367.9057</c:v>
                </c:pt>
                <c:pt idx="56">
                  <c:v>379.986</c:v>
                </c:pt>
                <c:pt idx="57">
                  <c:v>392.272</c:v>
                </c:pt>
                <c:pt idx="58">
                  <c:v>404.7497</c:v>
                </c:pt>
                <c:pt idx="59">
                  <c:v>416.6043</c:v>
                </c:pt>
                <c:pt idx="60">
                  <c:v>429.1163</c:v>
                </c:pt>
                <c:pt idx="61">
                  <c:v>441.0283</c:v>
                </c:pt>
                <c:pt idx="62">
                  <c:v>453.2527</c:v>
                </c:pt>
                <c:pt idx="63">
                  <c:v>465.9917</c:v>
                </c:pt>
                <c:pt idx="64">
                  <c:v>478.6887</c:v>
                </c:pt>
                <c:pt idx="65">
                  <c:v>491.4173</c:v>
                </c:pt>
                <c:pt idx="66">
                  <c:v>504.056</c:v>
                </c:pt>
                <c:pt idx="67">
                  <c:v>517.047</c:v>
                </c:pt>
                <c:pt idx="68">
                  <c:v>529.3007</c:v>
                </c:pt>
                <c:pt idx="69">
                  <c:v>541.9027</c:v>
                </c:pt>
                <c:pt idx="70">
                  <c:v>554.6217</c:v>
                </c:pt>
                <c:pt idx="71">
                  <c:v>567.88</c:v>
                </c:pt>
                <c:pt idx="72">
                  <c:v>580.8977</c:v>
                </c:pt>
                <c:pt idx="73">
                  <c:v>593.9377</c:v>
                </c:pt>
                <c:pt idx="74">
                  <c:v>606.5283</c:v>
                </c:pt>
                <c:pt idx="75">
                  <c:v>619.9173</c:v>
                </c:pt>
                <c:pt idx="76">
                  <c:v>632.8597</c:v>
                </c:pt>
                <c:pt idx="77">
                  <c:v>645.4323</c:v>
                </c:pt>
                <c:pt idx="78">
                  <c:v>658.888</c:v>
                </c:pt>
                <c:pt idx="79">
                  <c:v>671.3757</c:v>
                </c:pt>
                <c:pt idx="80">
                  <c:v>684.0187</c:v>
                </c:pt>
                <c:pt idx="81">
                  <c:v>696.8363</c:v>
                </c:pt>
                <c:pt idx="82">
                  <c:v>709.469</c:v>
                </c:pt>
                <c:pt idx="83">
                  <c:v>722.5017</c:v>
                </c:pt>
                <c:pt idx="84">
                  <c:v>735.4767</c:v>
                </c:pt>
                <c:pt idx="85">
                  <c:v>748.4163</c:v>
                </c:pt>
                <c:pt idx="86">
                  <c:v>761.8243</c:v>
                </c:pt>
                <c:pt idx="87">
                  <c:v>774.322</c:v>
                </c:pt>
                <c:pt idx="88">
                  <c:v>787.6043</c:v>
                </c:pt>
                <c:pt idx="89">
                  <c:v>800.3223</c:v>
                </c:pt>
                <c:pt idx="90">
                  <c:v>813.6387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spPr>
            <a:ln w="19050">
              <a:solidFill>
                <a:srgbClr val="006AC6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Sheet1!$G$2:$G$92</c:f>
              <c:numCache>
                <c:formatCode>General</c:formatCode>
                <c:ptCount val="91"/>
                <c:pt idx="0">
                  <c:v>1.6635</c:v>
                </c:pt>
                <c:pt idx="1">
                  <c:v>2.7746</c:v>
                </c:pt>
                <c:pt idx="2">
                  <c:v>3.7333</c:v>
                </c:pt>
                <c:pt idx="3">
                  <c:v>5.181</c:v>
                </c:pt>
                <c:pt idx="4">
                  <c:v>6.6476</c:v>
                </c:pt>
                <c:pt idx="5">
                  <c:v>7.7905</c:v>
                </c:pt>
                <c:pt idx="6">
                  <c:v>9.7079</c:v>
                </c:pt>
                <c:pt idx="7">
                  <c:v>11.3333</c:v>
                </c:pt>
                <c:pt idx="8">
                  <c:v>13.7206</c:v>
                </c:pt>
                <c:pt idx="9">
                  <c:v>16.1397</c:v>
                </c:pt>
                <c:pt idx="10">
                  <c:v>18.4</c:v>
                </c:pt>
                <c:pt idx="11">
                  <c:v>20.9206</c:v>
                </c:pt>
                <c:pt idx="12">
                  <c:v>23.5492</c:v>
                </c:pt>
                <c:pt idx="13">
                  <c:v>26.3175</c:v>
                </c:pt>
                <c:pt idx="14">
                  <c:v>30.2095</c:v>
                </c:pt>
                <c:pt idx="15">
                  <c:v>33.2762</c:v>
                </c:pt>
                <c:pt idx="16">
                  <c:v>36.819</c:v>
                </c:pt>
                <c:pt idx="17">
                  <c:v>40.8381</c:v>
                </c:pt>
                <c:pt idx="18">
                  <c:v>44.7429</c:v>
                </c:pt>
                <c:pt idx="19">
                  <c:v>48.8317</c:v>
                </c:pt>
                <c:pt idx="20">
                  <c:v>52.9968</c:v>
                </c:pt>
                <c:pt idx="21">
                  <c:v>58.0825</c:v>
                </c:pt>
                <c:pt idx="22">
                  <c:v>63.3143</c:v>
                </c:pt>
                <c:pt idx="23">
                  <c:v>68.7556</c:v>
                </c:pt>
                <c:pt idx="24">
                  <c:v>73.9683</c:v>
                </c:pt>
                <c:pt idx="25">
                  <c:v>79.9873</c:v>
                </c:pt>
                <c:pt idx="26">
                  <c:v>86.2349</c:v>
                </c:pt>
                <c:pt idx="27">
                  <c:v>92.6095</c:v>
                </c:pt>
                <c:pt idx="28">
                  <c:v>98.9968</c:v>
                </c:pt>
                <c:pt idx="29">
                  <c:v>106.0127</c:v>
                </c:pt>
                <c:pt idx="30">
                  <c:v>113.1048</c:v>
                </c:pt>
                <c:pt idx="31">
                  <c:v>120.7238</c:v>
                </c:pt>
                <c:pt idx="32">
                  <c:v>128.6095</c:v>
                </c:pt>
                <c:pt idx="33">
                  <c:v>136.6667</c:v>
                </c:pt>
                <c:pt idx="34">
                  <c:v>145.3016</c:v>
                </c:pt>
                <c:pt idx="35">
                  <c:v>153.9492</c:v>
                </c:pt>
                <c:pt idx="36">
                  <c:v>163.0032</c:v>
                </c:pt>
                <c:pt idx="37">
                  <c:v>172.2667</c:v>
                </c:pt>
                <c:pt idx="38">
                  <c:v>181.9175</c:v>
                </c:pt>
                <c:pt idx="39">
                  <c:v>191.2825</c:v>
                </c:pt>
                <c:pt idx="40">
                  <c:v>201.0222</c:v>
                </c:pt>
                <c:pt idx="41">
                  <c:v>211.2889</c:v>
                </c:pt>
                <c:pt idx="42">
                  <c:v>221.5556</c:v>
                </c:pt>
                <c:pt idx="43">
                  <c:v>232.254</c:v>
                </c:pt>
                <c:pt idx="44">
                  <c:v>243.0286</c:v>
                </c:pt>
                <c:pt idx="45">
                  <c:v>253.6635</c:v>
                </c:pt>
                <c:pt idx="46">
                  <c:v>264.7937</c:v>
                </c:pt>
                <c:pt idx="47">
                  <c:v>275.7778</c:v>
                </c:pt>
                <c:pt idx="48">
                  <c:v>287.2127</c:v>
                </c:pt>
                <c:pt idx="49">
                  <c:v>299.0095</c:v>
                </c:pt>
                <c:pt idx="50">
                  <c:v>310.7302</c:v>
                </c:pt>
                <c:pt idx="51">
                  <c:v>322.8762</c:v>
                </c:pt>
                <c:pt idx="52">
                  <c:v>334.1333</c:v>
                </c:pt>
                <c:pt idx="53">
                  <c:v>345.746</c:v>
                </c:pt>
                <c:pt idx="54">
                  <c:v>357.5238</c:v>
                </c:pt>
                <c:pt idx="55">
                  <c:v>369.3524</c:v>
                </c:pt>
                <c:pt idx="56">
                  <c:v>381.4603</c:v>
                </c:pt>
                <c:pt idx="57">
                  <c:v>393.4476</c:v>
                </c:pt>
                <c:pt idx="58">
                  <c:v>405.8794</c:v>
                </c:pt>
                <c:pt idx="59">
                  <c:v>418.3429</c:v>
                </c:pt>
                <c:pt idx="60">
                  <c:v>430.7175</c:v>
                </c:pt>
                <c:pt idx="61">
                  <c:v>442.7746</c:v>
                </c:pt>
                <c:pt idx="62">
                  <c:v>455.2889</c:v>
                </c:pt>
                <c:pt idx="63">
                  <c:v>467.8794</c:v>
                </c:pt>
                <c:pt idx="64">
                  <c:v>480.4254</c:v>
                </c:pt>
                <c:pt idx="65">
                  <c:v>492.927</c:v>
                </c:pt>
                <c:pt idx="66">
                  <c:v>505.8159</c:v>
                </c:pt>
                <c:pt idx="67">
                  <c:v>518.2349</c:v>
                </c:pt>
                <c:pt idx="68">
                  <c:v>530.7302</c:v>
                </c:pt>
                <c:pt idx="69">
                  <c:v>543.5238</c:v>
                </c:pt>
                <c:pt idx="70">
                  <c:v>556.3048</c:v>
                </c:pt>
                <c:pt idx="71">
                  <c:v>569.1937</c:v>
                </c:pt>
                <c:pt idx="72">
                  <c:v>581.8095</c:v>
                </c:pt>
                <c:pt idx="73">
                  <c:v>594.1778</c:v>
                </c:pt>
                <c:pt idx="74">
                  <c:v>606.5841</c:v>
                </c:pt>
                <c:pt idx="75">
                  <c:v>619.2127</c:v>
                </c:pt>
                <c:pt idx="76">
                  <c:v>632.1778</c:v>
                </c:pt>
                <c:pt idx="77">
                  <c:v>645.1556</c:v>
                </c:pt>
                <c:pt idx="78">
                  <c:v>657.4667</c:v>
                </c:pt>
                <c:pt idx="79">
                  <c:v>670.4</c:v>
                </c:pt>
                <c:pt idx="80">
                  <c:v>683.181</c:v>
                </c:pt>
                <c:pt idx="81">
                  <c:v>695.727</c:v>
                </c:pt>
                <c:pt idx="82">
                  <c:v>709.1175</c:v>
                </c:pt>
                <c:pt idx="83">
                  <c:v>722.019</c:v>
                </c:pt>
                <c:pt idx="84">
                  <c:v>735.073</c:v>
                </c:pt>
                <c:pt idx="85">
                  <c:v>748.5841</c:v>
                </c:pt>
                <c:pt idx="86">
                  <c:v>761.2889</c:v>
                </c:pt>
                <c:pt idx="87">
                  <c:v>774.0444</c:v>
                </c:pt>
                <c:pt idx="88">
                  <c:v>787.2952</c:v>
                </c:pt>
                <c:pt idx="89">
                  <c:v>799.8286</c:v>
                </c:pt>
                <c:pt idx="90">
                  <c:v>812.7238</c:v>
                </c:pt>
              </c:numCache>
            </c:numRef>
          </c:val>
          <c:smooth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spPr>
            <a:ln w="19050">
              <a:solidFill>
                <a:srgbClr val="003168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Sheet1!$H$2:$H$92</c:f>
              <c:numCache>
                <c:formatCode>General</c:formatCode>
                <c:ptCount val="91"/>
                <c:pt idx="0">
                  <c:v>1.285</c:v>
                </c:pt>
                <c:pt idx="1">
                  <c:v>2.5167</c:v>
                </c:pt>
                <c:pt idx="2">
                  <c:v>3.5127</c:v>
                </c:pt>
                <c:pt idx="3">
                  <c:v>5.083</c:v>
                </c:pt>
                <c:pt idx="4">
                  <c:v>6.7307</c:v>
                </c:pt>
                <c:pt idx="5">
                  <c:v>8.02</c:v>
                </c:pt>
                <c:pt idx="6">
                  <c:v>9.5253</c:v>
                </c:pt>
                <c:pt idx="7">
                  <c:v>11.2047</c:v>
                </c:pt>
                <c:pt idx="8">
                  <c:v>12.87</c:v>
                </c:pt>
                <c:pt idx="9">
                  <c:v>15.2413</c:v>
                </c:pt>
                <c:pt idx="10">
                  <c:v>17.425</c:v>
                </c:pt>
                <c:pt idx="11">
                  <c:v>19.7897</c:v>
                </c:pt>
                <c:pt idx="12">
                  <c:v>22.143</c:v>
                </c:pt>
                <c:pt idx="13">
                  <c:v>24.8463</c:v>
                </c:pt>
                <c:pt idx="14">
                  <c:v>28.2187</c:v>
                </c:pt>
                <c:pt idx="15">
                  <c:v>31.614</c:v>
                </c:pt>
                <c:pt idx="16">
                  <c:v>34.633</c:v>
                </c:pt>
                <c:pt idx="17">
                  <c:v>38.035</c:v>
                </c:pt>
                <c:pt idx="18">
                  <c:v>42.0783</c:v>
                </c:pt>
                <c:pt idx="19">
                  <c:v>46.0797</c:v>
                </c:pt>
                <c:pt idx="20">
                  <c:v>50.317</c:v>
                </c:pt>
                <c:pt idx="21">
                  <c:v>54.7337</c:v>
                </c:pt>
                <c:pt idx="22">
                  <c:v>59.2947</c:v>
                </c:pt>
                <c:pt idx="23">
                  <c:v>64.4807</c:v>
                </c:pt>
                <c:pt idx="24">
                  <c:v>69.8193</c:v>
                </c:pt>
                <c:pt idx="25">
                  <c:v>75.814</c:v>
                </c:pt>
                <c:pt idx="26">
                  <c:v>81.7833</c:v>
                </c:pt>
                <c:pt idx="27">
                  <c:v>87.8057</c:v>
                </c:pt>
                <c:pt idx="28">
                  <c:v>94.522</c:v>
                </c:pt>
                <c:pt idx="29">
                  <c:v>101.679</c:v>
                </c:pt>
                <c:pt idx="30">
                  <c:v>108.5893</c:v>
                </c:pt>
                <c:pt idx="31">
                  <c:v>115.529</c:v>
                </c:pt>
                <c:pt idx="32">
                  <c:v>123.043</c:v>
                </c:pt>
                <c:pt idx="33">
                  <c:v>130.601</c:v>
                </c:pt>
                <c:pt idx="34">
                  <c:v>139.165</c:v>
                </c:pt>
                <c:pt idx="35">
                  <c:v>147.2197</c:v>
                </c:pt>
                <c:pt idx="36">
                  <c:v>155.782</c:v>
                </c:pt>
                <c:pt idx="37">
                  <c:v>165.03</c:v>
                </c:pt>
                <c:pt idx="38">
                  <c:v>174.3523</c:v>
                </c:pt>
                <c:pt idx="39">
                  <c:v>183.5443</c:v>
                </c:pt>
                <c:pt idx="40">
                  <c:v>192.8763</c:v>
                </c:pt>
                <c:pt idx="41">
                  <c:v>202.5573</c:v>
                </c:pt>
                <c:pt idx="42">
                  <c:v>212.4123</c:v>
                </c:pt>
                <c:pt idx="43">
                  <c:v>222.8813</c:v>
                </c:pt>
                <c:pt idx="44">
                  <c:v>233.1063</c:v>
                </c:pt>
                <c:pt idx="45">
                  <c:v>243.1923</c:v>
                </c:pt>
                <c:pt idx="46">
                  <c:v>254.0147</c:v>
                </c:pt>
                <c:pt idx="47">
                  <c:v>264.9917</c:v>
                </c:pt>
                <c:pt idx="48">
                  <c:v>275.7857</c:v>
                </c:pt>
                <c:pt idx="49">
                  <c:v>286.955</c:v>
                </c:pt>
                <c:pt idx="50">
                  <c:v>298.0607</c:v>
                </c:pt>
                <c:pt idx="51">
                  <c:v>308.9603</c:v>
                </c:pt>
                <c:pt idx="52">
                  <c:v>320.2437</c:v>
                </c:pt>
                <c:pt idx="53">
                  <c:v>331.3553</c:v>
                </c:pt>
                <c:pt idx="54">
                  <c:v>342.683</c:v>
                </c:pt>
                <c:pt idx="55">
                  <c:v>354.0163</c:v>
                </c:pt>
                <c:pt idx="56">
                  <c:v>365.7443</c:v>
                </c:pt>
                <c:pt idx="57">
                  <c:v>377.5057</c:v>
                </c:pt>
                <c:pt idx="58">
                  <c:v>388.9547</c:v>
                </c:pt>
                <c:pt idx="59">
                  <c:v>400.5643</c:v>
                </c:pt>
                <c:pt idx="60">
                  <c:v>412.4593</c:v>
                </c:pt>
                <c:pt idx="61">
                  <c:v>424.5227</c:v>
                </c:pt>
                <c:pt idx="62">
                  <c:v>436.535</c:v>
                </c:pt>
                <c:pt idx="63">
                  <c:v>448.02</c:v>
                </c:pt>
                <c:pt idx="64">
                  <c:v>460.4207</c:v>
                </c:pt>
                <c:pt idx="65">
                  <c:v>472.98</c:v>
                </c:pt>
                <c:pt idx="66">
                  <c:v>485.5263</c:v>
                </c:pt>
                <c:pt idx="67">
                  <c:v>497.8433</c:v>
                </c:pt>
                <c:pt idx="68">
                  <c:v>510.2213</c:v>
                </c:pt>
                <c:pt idx="69">
                  <c:v>522.2937</c:v>
                </c:pt>
                <c:pt idx="70">
                  <c:v>534.6013</c:v>
                </c:pt>
                <c:pt idx="71">
                  <c:v>546.601</c:v>
                </c:pt>
                <c:pt idx="72">
                  <c:v>558.935</c:v>
                </c:pt>
                <c:pt idx="73">
                  <c:v>570.899</c:v>
                </c:pt>
                <c:pt idx="74">
                  <c:v>583.385</c:v>
                </c:pt>
                <c:pt idx="75">
                  <c:v>595.6517</c:v>
                </c:pt>
                <c:pt idx="76">
                  <c:v>608.2137</c:v>
                </c:pt>
                <c:pt idx="77">
                  <c:v>620.6427</c:v>
                </c:pt>
                <c:pt idx="78">
                  <c:v>632.923</c:v>
                </c:pt>
                <c:pt idx="79">
                  <c:v>645.541</c:v>
                </c:pt>
                <c:pt idx="80">
                  <c:v>657.664</c:v>
                </c:pt>
                <c:pt idx="81">
                  <c:v>670.024</c:v>
                </c:pt>
                <c:pt idx="82">
                  <c:v>682.3243</c:v>
                </c:pt>
                <c:pt idx="83">
                  <c:v>694.9537</c:v>
                </c:pt>
                <c:pt idx="84">
                  <c:v>707.385</c:v>
                </c:pt>
                <c:pt idx="85">
                  <c:v>719.9097</c:v>
                </c:pt>
                <c:pt idx="86">
                  <c:v>732.5043</c:v>
                </c:pt>
                <c:pt idx="87">
                  <c:v>744.385</c:v>
                </c:pt>
                <c:pt idx="88">
                  <c:v>756.6267</c:v>
                </c:pt>
                <c:pt idx="89">
                  <c:v>769.134</c:v>
                </c:pt>
                <c:pt idx="90">
                  <c:v>781.8703</c:v>
                </c:pt>
              </c:numCache>
            </c:numRef>
          </c:val>
          <c:smooth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spPr>
            <a:ln w="19050">
              <a:solidFill>
                <a:srgbClr val="003168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Sheet1!$I$2:$I$92</c:f>
              <c:numCache>
                <c:formatCode>General</c:formatCode>
                <c:ptCount val="91"/>
                <c:pt idx="0">
                  <c:v>1.327</c:v>
                </c:pt>
                <c:pt idx="1">
                  <c:v>2.3619</c:v>
                </c:pt>
                <c:pt idx="2">
                  <c:v>3.5683</c:v>
                </c:pt>
                <c:pt idx="3">
                  <c:v>4.7302</c:v>
                </c:pt>
                <c:pt idx="4">
                  <c:v>6.0127</c:v>
                </c:pt>
                <c:pt idx="5">
                  <c:v>7.3143</c:v>
                </c:pt>
                <c:pt idx="6">
                  <c:v>8.8063</c:v>
                </c:pt>
                <c:pt idx="7">
                  <c:v>10.5143</c:v>
                </c:pt>
                <c:pt idx="8">
                  <c:v>12.2476</c:v>
                </c:pt>
                <c:pt idx="9">
                  <c:v>14.2921</c:v>
                </c:pt>
                <c:pt idx="10">
                  <c:v>16.0444</c:v>
                </c:pt>
                <c:pt idx="11">
                  <c:v>18.5016</c:v>
                </c:pt>
                <c:pt idx="12">
                  <c:v>21.073</c:v>
                </c:pt>
                <c:pt idx="13">
                  <c:v>23.8921</c:v>
                </c:pt>
                <c:pt idx="14">
                  <c:v>26.6857</c:v>
                </c:pt>
                <c:pt idx="15">
                  <c:v>29.6698</c:v>
                </c:pt>
                <c:pt idx="16">
                  <c:v>33.2254</c:v>
                </c:pt>
                <c:pt idx="17">
                  <c:v>36.7238</c:v>
                </c:pt>
                <c:pt idx="18">
                  <c:v>40.9651</c:v>
                </c:pt>
                <c:pt idx="19">
                  <c:v>44.6159</c:v>
                </c:pt>
                <c:pt idx="20">
                  <c:v>48.7937</c:v>
                </c:pt>
                <c:pt idx="21">
                  <c:v>53.0032</c:v>
                </c:pt>
                <c:pt idx="22">
                  <c:v>57.5492</c:v>
                </c:pt>
                <c:pt idx="23">
                  <c:v>62.3556</c:v>
                </c:pt>
                <c:pt idx="24">
                  <c:v>67.4984</c:v>
                </c:pt>
                <c:pt idx="25">
                  <c:v>73.219</c:v>
                </c:pt>
                <c:pt idx="26">
                  <c:v>78.7365</c:v>
                </c:pt>
                <c:pt idx="27">
                  <c:v>84.9524</c:v>
                </c:pt>
                <c:pt idx="28">
                  <c:v>90.9397</c:v>
                </c:pt>
                <c:pt idx="29">
                  <c:v>97.4476</c:v>
                </c:pt>
                <c:pt idx="30">
                  <c:v>104.6413</c:v>
                </c:pt>
                <c:pt idx="31">
                  <c:v>111.8857</c:v>
                </c:pt>
                <c:pt idx="32">
                  <c:v>119.346</c:v>
                </c:pt>
                <c:pt idx="33">
                  <c:v>127.1429</c:v>
                </c:pt>
                <c:pt idx="34">
                  <c:v>135.181</c:v>
                </c:pt>
                <c:pt idx="35">
                  <c:v>143.473</c:v>
                </c:pt>
                <c:pt idx="36">
                  <c:v>152.1841</c:v>
                </c:pt>
                <c:pt idx="37">
                  <c:v>160.5333</c:v>
                </c:pt>
                <c:pt idx="38">
                  <c:v>169.3333</c:v>
                </c:pt>
                <c:pt idx="39">
                  <c:v>178.5143</c:v>
                </c:pt>
                <c:pt idx="40">
                  <c:v>187.9238</c:v>
                </c:pt>
                <c:pt idx="41">
                  <c:v>197.4794</c:v>
                </c:pt>
                <c:pt idx="42">
                  <c:v>207.3968</c:v>
                </c:pt>
                <c:pt idx="43">
                  <c:v>217.054</c:v>
                </c:pt>
                <c:pt idx="44">
                  <c:v>226.6667</c:v>
                </c:pt>
                <c:pt idx="45">
                  <c:v>237.073</c:v>
                </c:pt>
                <c:pt idx="46">
                  <c:v>247.3143</c:v>
                </c:pt>
                <c:pt idx="47">
                  <c:v>257.5619</c:v>
                </c:pt>
                <c:pt idx="48">
                  <c:v>268.0825</c:v>
                </c:pt>
                <c:pt idx="49">
                  <c:v>278.6095</c:v>
                </c:pt>
                <c:pt idx="50">
                  <c:v>289.6</c:v>
                </c:pt>
                <c:pt idx="51">
                  <c:v>300.6667</c:v>
                </c:pt>
                <c:pt idx="52">
                  <c:v>311.6889</c:v>
                </c:pt>
                <c:pt idx="53">
                  <c:v>322.8571</c:v>
                </c:pt>
                <c:pt idx="54">
                  <c:v>333.9873</c:v>
                </c:pt>
                <c:pt idx="55">
                  <c:v>345.4413</c:v>
                </c:pt>
                <c:pt idx="56">
                  <c:v>356.146</c:v>
                </c:pt>
                <c:pt idx="57">
                  <c:v>367.2063</c:v>
                </c:pt>
                <c:pt idx="58">
                  <c:v>378.6032</c:v>
                </c:pt>
                <c:pt idx="59">
                  <c:v>389.9683</c:v>
                </c:pt>
                <c:pt idx="60">
                  <c:v>401.2571</c:v>
                </c:pt>
                <c:pt idx="61">
                  <c:v>412.9778</c:v>
                </c:pt>
                <c:pt idx="62">
                  <c:v>424.3556</c:v>
                </c:pt>
                <c:pt idx="63">
                  <c:v>436.0698</c:v>
                </c:pt>
                <c:pt idx="64">
                  <c:v>447.7968</c:v>
                </c:pt>
                <c:pt idx="65">
                  <c:v>459.5429</c:v>
                </c:pt>
                <c:pt idx="66">
                  <c:v>471.1111</c:v>
                </c:pt>
                <c:pt idx="67">
                  <c:v>482.8635</c:v>
                </c:pt>
                <c:pt idx="68">
                  <c:v>494.9841</c:v>
                </c:pt>
                <c:pt idx="69">
                  <c:v>506.9651</c:v>
                </c:pt>
                <c:pt idx="70">
                  <c:v>519.073</c:v>
                </c:pt>
                <c:pt idx="71">
                  <c:v>530.9524</c:v>
                </c:pt>
                <c:pt idx="72">
                  <c:v>542.4571</c:v>
                </c:pt>
                <c:pt idx="73">
                  <c:v>554.2794</c:v>
                </c:pt>
                <c:pt idx="74">
                  <c:v>566.1968</c:v>
                </c:pt>
                <c:pt idx="75">
                  <c:v>578.4825</c:v>
                </c:pt>
                <c:pt idx="76">
                  <c:v>590.7365</c:v>
                </c:pt>
                <c:pt idx="77">
                  <c:v>602.8317</c:v>
                </c:pt>
                <c:pt idx="78">
                  <c:v>614.6286</c:v>
                </c:pt>
                <c:pt idx="79">
                  <c:v>626.6794</c:v>
                </c:pt>
                <c:pt idx="80">
                  <c:v>638.6413</c:v>
                </c:pt>
                <c:pt idx="81">
                  <c:v>650.6159</c:v>
                </c:pt>
                <c:pt idx="82">
                  <c:v>662.3619</c:v>
                </c:pt>
                <c:pt idx="83">
                  <c:v>674.527</c:v>
                </c:pt>
                <c:pt idx="84">
                  <c:v>686.5778</c:v>
                </c:pt>
                <c:pt idx="85">
                  <c:v>698.8381</c:v>
                </c:pt>
                <c:pt idx="86">
                  <c:v>710.5524</c:v>
                </c:pt>
                <c:pt idx="87">
                  <c:v>722.3556</c:v>
                </c:pt>
                <c:pt idx="88">
                  <c:v>735.3206</c:v>
                </c:pt>
                <c:pt idx="89">
                  <c:v>747.1937</c:v>
                </c:pt>
                <c:pt idx="90">
                  <c:v>759.3524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Days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2D2D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spPr>
            <a:ln w="19050">
              <a:solidFill>
                <a:srgbClr val="BED2E6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0.2009</c:v>
                </c:pt>
                <c:pt idx="1">
                  <c:v>0.596</c:v>
                </c:pt>
                <c:pt idx="2">
                  <c:v>0.9011</c:v>
                </c:pt>
                <c:pt idx="3">
                  <c:v>1.2458</c:v>
                </c:pt>
                <c:pt idx="4">
                  <c:v>1.724</c:v>
                </c:pt>
                <c:pt idx="5">
                  <c:v>2.0665</c:v>
                </c:pt>
                <c:pt idx="6">
                  <c:v>2.4598</c:v>
                </c:pt>
                <c:pt idx="7">
                  <c:v>2.8957</c:v>
                </c:pt>
                <c:pt idx="8">
                  <c:v>3.3025</c:v>
                </c:pt>
                <c:pt idx="9">
                  <c:v>3.8517</c:v>
                </c:pt>
                <c:pt idx="10">
                  <c:v>4.4539</c:v>
                </c:pt>
                <c:pt idx="11">
                  <c:v>5.0809</c:v>
                </c:pt>
                <c:pt idx="12">
                  <c:v>5.7829</c:v>
                </c:pt>
                <c:pt idx="13">
                  <c:v>6.5461</c:v>
                </c:pt>
                <c:pt idx="14">
                  <c:v>7.3258</c:v>
                </c:pt>
                <c:pt idx="15">
                  <c:v>8.1213</c:v>
                </c:pt>
                <c:pt idx="16">
                  <c:v>9.0643</c:v>
                </c:pt>
                <c:pt idx="17">
                  <c:v>9.9429</c:v>
                </c:pt>
                <c:pt idx="18">
                  <c:v>11.0135</c:v>
                </c:pt>
                <c:pt idx="19">
                  <c:v>12.0445</c:v>
                </c:pt>
                <c:pt idx="20">
                  <c:v>13.1991</c:v>
                </c:pt>
                <c:pt idx="21">
                  <c:v>14.4858</c:v>
                </c:pt>
                <c:pt idx="22">
                  <c:v>15.5798</c:v>
                </c:pt>
                <c:pt idx="23">
                  <c:v>16.8728</c:v>
                </c:pt>
                <c:pt idx="24">
                  <c:v>18.2211</c:v>
                </c:pt>
                <c:pt idx="25">
                  <c:v>19.7726</c:v>
                </c:pt>
                <c:pt idx="26">
                  <c:v>21.2602</c:v>
                </c:pt>
                <c:pt idx="27">
                  <c:v>23.0166</c:v>
                </c:pt>
                <c:pt idx="28">
                  <c:v>24.5739</c:v>
                </c:pt>
                <c:pt idx="29">
                  <c:v>26.32</c:v>
                </c:pt>
                <c:pt idx="30">
                  <c:v>28.089</c:v>
                </c:pt>
                <c:pt idx="31">
                  <c:v>29.9834</c:v>
                </c:pt>
                <c:pt idx="32">
                  <c:v>31.8778</c:v>
                </c:pt>
                <c:pt idx="33">
                  <c:v>33.8454</c:v>
                </c:pt>
                <c:pt idx="34">
                  <c:v>35.791</c:v>
                </c:pt>
                <c:pt idx="35">
                  <c:v>37.9222</c:v>
                </c:pt>
                <c:pt idx="36">
                  <c:v>40.013</c:v>
                </c:pt>
                <c:pt idx="37">
                  <c:v>42.1748</c:v>
                </c:pt>
                <c:pt idx="38">
                  <c:v>44.4822</c:v>
                </c:pt>
                <c:pt idx="39">
                  <c:v>46.831</c:v>
                </c:pt>
                <c:pt idx="40">
                  <c:v>49.3052</c:v>
                </c:pt>
                <c:pt idx="41">
                  <c:v>51.6787</c:v>
                </c:pt>
                <c:pt idx="42">
                  <c:v>54.2121</c:v>
                </c:pt>
                <c:pt idx="43">
                  <c:v>56.7847</c:v>
                </c:pt>
                <c:pt idx="44">
                  <c:v>59.3604</c:v>
                </c:pt>
                <c:pt idx="45">
                  <c:v>61.9452</c:v>
                </c:pt>
                <c:pt idx="46">
                  <c:v>64.6139</c:v>
                </c:pt>
                <c:pt idx="47">
                  <c:v>67.3798</c:v>
                </c:pt>
                <c:pt idx="48">
                  <c:v>70.0993</c:v>
                </c:pt>
                <c:pt idx="49">
                  <c:v>72.9281</c:v>
                </c:pt>
                <c:pt idx="50">
                  <c:v>75.7151</c:v>
                </c:pt>
                <c:pt idx="51">
                  <c:v>78.6566</c:v>
                </c:pt>
                <c:pt idx="52">
                  <c:v>81.5164</c:v>
                </c:pt>
                <c:pt idx="53">
                  <c:v>84.387</c:v>
                </c:pt>
                <c:pt idx="54">
                  <c:v>87.1892</c:v>
                </c:pt>
                <c:pt idx="55">
                  <c:v>90.0234</c:v>
                </c:pt>
                <c:pt idx="56">
                  <c:v>92.9915</c:v>
                </c:pt>
                <c:pt idx="57">
                  <c:v>95.9389</c:v>
                </c:pt>
                <c:pt idx="58">
                  <c:v>98.9348</c:v>
                </c:pt>
                <c:pt idx="59">
                  <c:v>101.8849</c:v>
                </c:pt>
                <c:pt idx="60">
                  <c:v>104.8827</c:v>
                </c:pt>
                <c:pt idx="61">
                  <c:v>107.8638</c:v>
                </c:pt>
                <c:pt idx="62">
                  <c:v>110.9151</c:v>
                </c:pt>
                <c:pt idx="63">
                  <c:v>113.9447</c:v>
                </c:pt>
                <c:pt idx="64">
                  <c:v>117.1164</c:v>
                </c:pt>
                <c:pt idx="65">
                  <c:v>120.1357</c:v>
                </c:pt>
                <c:pt idx="66">
                  <c:v>123.2782</c:v>
                </c:pt>
                <c:pt idx="67">
                  <c:v>126.2912</c:v>
                </c:pt>
                <c:pt idx="68">
                  <c:v>129.3488</c:v>
                </c:pt>
                <c:pt idx="69">
                  <c:v>132.3892</c:v>
                </c:pt>
                <c:pt idx="70">
                  <c:v>135.569</c:v>
                </c:pt>
                <c:pt idx="71">
                  <c:v>138.702</c:v>
                </c:pt>
                <c:pt idx="72">
                  <c:v>141.8216</c:v>
                </c:pt>
                <c:pt idx="73">
                  <c:v>144.9519</c:v>
                </c:pt>
                <c:pt idx="74">
                  <c:v>148.0031</c:v>
                </c:pt>
                <c:pt idx="75">
                  <c:v>151.2157</c:v>
                </c:pt>
                <c:pt idx="76">
                  <c:v>154.431</c:v>
                </c:pt>
                <c:pt idx="77">
                  <c:v>157.5596</c:v>
                </c:pt>
                <c:pt idx="78">
                  <c:v>160.6944</c:v>
                </c:pt>
                <c:pt idx="79">
                  <c:v>163.8724</c:v>
                </c:pt>
                <c:pt idx="80">
                  <c:v>167.0004</c:v>
                </c:pt>
                <c:pt idx="81">
                  <c:v>170.1294</c:v>
                </c:pt>
                <c:pt idx="82">
                  <c:v>173.2422</c:v>
                </c:pt>
                <c:pt idx="83">
                  <c:v>176.3663</c:v>
                </c:pt>
                <c:pt idx="84">
                  <c:v>179.484</c:v>
                </c:pt>
                <c:pt idx="85">
                  <c:v>182.6796</c:v>
                </c:pt>
                <c:pt idx="86">
                  <c:v>185.8099</c:v>
                </c:pt>
                <c:pt idx="87">
                  <c:v>188.9353</c:v>
                </c:pt>
                <c:pt idx="88">
                  <c:v>192.0494</c:v>
                </c:pt>
                <c:pt idx="89">
                  <c:v>195.1092</c:v>
                </c:pt>
                <c:pt idx="90">
                  <c:v>198.364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spPr>
            <a:ln w="19050">
              <a:solidFill>
                <a:srgbClr val="BED2E6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0.3489</c:v>
                </c:pt>
                <c:pt idx="1">
                  <c:v>0.6213</c:v>
                </c:pt>
                <c:pt idx="2">
                  <c:v>1.0553</c:v>
                </c:pt>
                <c:pt idx="3">
                  <c:v>1.4298</c:v>
                </c:pt>
                <c:pt idx="4">
                  <c:v>1.9234</c:v>
                </c:pt>
                <c:pt idx="5">
                  <c:v>2.3489</c:v>
                </c:pt>
                <c:pt idx="6">
                  <c:v>2.8085</c:v>
                </c:pt>
                <c:pt idx="7">
                  <c:v>3.2681</c:v>
                </c:pt>
                <c:pt idx="8">
                  <c:v>3.8128</c:v>
                </c:pt>
                <c:pt idx="9">
                  <c:v>4.4085</c:v>
                </c:pt>
                <c:pt idx="10">
                  <c:v>5.1404</c:v>
                </c:pt>
                <c:pt idx="11">
                  <c:v>5.9234</c:v>
                </c:pt>
                <c:pt idx="12">
                  <c:v>6.6553</c:v>
                </c:pt>
                <c:pt idx="13">
                  <c:v>7.5149</c:v>
                </c:pt>
                <c:pt idx="14">
                  <c:v>8.1532</c:v>
                </c:pt>
                <c:pt idx="15">
                  <c:v>9.0128</c:v>
                </c:pt>
                <c:pt idx="16">
                  <c:v>9.983</c:v>
                </c:pt>
                <c:pt idx="17">
                  <c:v>11.0553</c:v>
                </c:pt>
                <c:pt idx="18">
                  <c:v>12.1617</c:v>
                </c:pt>
                <c:pt idx="19">
                  <c:v>13.3021</c:v>
                </c:pt>
                <c:pt idx="20">
                  <c:v>14.4851</c:v>
                </c:pt>
                <c:pt idx="21">
                  <c:v>15.7106</c:v>
                </c:pt>
                <c:pt idx="22">
                  <c:v>17.2</c:v>
                </c:pt>
                <c:pt idx="23">
                  <c:v>18.7064</c:v>
                </c:pt>
                <c:pt idx="24">
                  <c:v>20.3064</c:v>
                </c:pt>
                <c:pt idx="25">
                  <c:v>21.8894</c:v>
                </c:pt>
                <c:pt idx="26">
                  <c:v>23.5149</c:v>
                </c:pt>
                <c:pt idx="27">
                  <c:v>25.2936</c:v>
                </c:pt>
                <c:pt idx="28">
                  <c:v>27.1064</c:v>
                </c:pt>
                <c:pt idx="29">
                  <c:v>28.9872</c:v>
                </c:pt>
                <c:pt idx="30">
                  <c:v>30.9532</c:v>
                </c:pt>
                <c:pt idx="31">
                  <c:v>32.9532</c:v>
                </c:pt>
                <c:pt idx="32">
                  <c:v>35.0128</c:v>
                </c:pt>
                <c:pt idx="33">
                  <c:v>37.1915</c:v>
                </c:pt>
                <c:pt idx="34">
                  <c:v>39.3617</c:v>
                </c:pt>
                <c:pt idx="35">
                  <c:v>41.7362</c:v>
                </c:pt>
                <c:pt idx="36">
                  <c:v>44.1957</c:v>
                </c:pt>
                <c:pt idx="37">
                  <c:v>46.6128</c:v>
                </c:pt>
                <c:pt idx="38">
                  <c:v>49.0128</c:v>
                </c:pt>
                <c:pt idx="39">
                  <c:v>51.6255</c:v>
                </c:pt>
                <c:pt idx="40">
                  <c:v>54.2894</c:v>
                </c:pt>
                <c:pt idx="41">
                  <c:v>56.9957</c:v>
                </c:pt>
                <c:pt idx="42">
                  <c:v>59.6596</c:v>
                </c:pt>
                <c:pt idx="43">
                  <c:v>62.3319</c:v>
                </c:pt>
                <c:pt idx="44">
                  <c:v>65.3021</c:v>
                </c:pt>
                <c:pt idx="45">
                  <c:v>68.1872</c:v>
                </c:pt>
                <c:pt idx="46">
                  <c:v>71.1574</c:v>
                </c:pt>
                <c:pt idx="47">
                  <c:v>74.1277</c:v>
                </c:pt>
                <c:pt idx="48">
                  <c:v>77.1745</c:v>
                </c:pt>
                <c:pt idx="49">
                  <c:v>80.1362</c:v>
                </c:pt>
                <c:pt idx="50">
                  <c:v>83.1915</c:v>
                </c:pt>
                <c:pt idx="51">
                  <c:v>86.2128</c:v>
                </c:pt>
                <c:pt idx="52">
                  <c:v>89.2766</c:v>
                </c:pt>
                <c:pt idx="53">
                  <c:v>92.3915</c:v>
                </c:pt>
                <c:pt idx="54">
                  <c:v>95.4553</c:v>
                </c:pt>
                <c:pt idx="55">
                  <c:v>98.6383</c:v>
                </c:pt>
                <c:pt idx="56">
                  <c:v>101.8213</c:v>
                </c:pt>
                <c:pt idx="57">
                  <c:v>104.9957</c:v>
                </c:pt>
                <c:pt idx="58">
                  <c:v>108.2638</c:v>
                </c:pt>
                <c:pt idx="59">
                  <c:v>111.5574</c:v>
                </c:pt>
                <c:pt idx="60">
                  <c:v>114.8085</c:v>
                </c:pt>
                <c:pt idx="61">
                  <c:v>118.2723</c:v>
                </c:pt>
                <c:pt idx="62">
                  <c:v>121.6596</c:v>
                </c:pt>
                <c:pt idx="63">
                  <c:v>125.0809</c:v>
                </c:pt>
                <c:pt idx="64">
                  <c:v>128.417</c:v>
                </c:pt>
                <c:pt idx="65">
                  <c:v>131.8468</c:v>
                </c:pt>
                <c:pt idx="66">
                  <c:v>135.2766</c:v>
                </c:pt>
                <c:pt idx="67">
                  <c:v>138.5872</c:v>
                </c:pt>
                <c:pt idx="68">
                  <c:v>141.9319</c:v>
                </c:pt>
                <c:pt idx="69">
                  <c:v>145.5319</c:v>
                </c:pt>
                <c:pt idx="70">
                  <c:v>148.9106</c:v>
                </c:pt>
                <c:pt idx="71">
                  <c:v>152.3574</c:v>
                </c:pt>
                <c:pt idx="72">
                  <c:v>155.7617</c:v>
                </c:pt>
                <c:pt idx="73">
                  <c:v>159.2426</c:v>
                </c:pt>
                <c:pt idx="74">
                  <c:v>162.6043</c:v>
                </c:pt>
                <c:pt idx="75">
                  <c:v>165.966</c:v>
                </c:pt>
                <c:pt idx="76">
                  <c:v>169.4809</c:v>
                </c:pt>
                <c:pt idx="77">
                  <c:v>172.9362</c:v>
                </c:pt>
                <c:pt idx="78">
                  <c:v>176.2128</c:v>
                </c:pt>
                <c:pt idx="79">
                  <c:v>179.6596</c:v>
                </c:pt>
                <c:pt idx="80">
                  <c:v>183.0979</c:v>
                </c:pt>
                <c:pt idx="81">
                  <c:v>186.6043</c:v>
                </c:pt>
                <c:pt idx="82">
                  <c:v>190.0851</c:v>
                </c:pt>
                <c:pt idx="83">
                  <c:v>193.566</c:v>
                </c:pt>
                <c:pt idx="84">
                  <c:v>197.0298</c:v>
                </c:pt>
                <c:pt idx="85">
                  <c:v>200.5106</c:v>
                </c:pt>
                <c:pt idx="86">
                  <c:v>203.8979</c:v>
                </c:pt>
                <c:pt idx="87">
                  <c:v>207.3106</c:v>
                </c:pt>
                <c:pt idx="88">
                  <c:v>210.7149</c:v>
                </c:pt>
                <c:pt idx="89">
                  <c:v>214.0936</c:v>
                </c:pt>
                <c:pt idx="90">
                  <c:v>217.617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spPr>
            <a:ln w="1905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Sheet1!$D$2:$D$92</c:f>
              <c:numCache>
                <c:formatCode>General</c:formatCode>
                <c:ptCount val="91"/>
                <c:pt idx="0">
                  <c:v>0.3115</c:v>
                </c:pt>
                <c:pt idx="1">
                  <c:v>0.5667</c:v>
                </c:pt>
                <c:pt idx="2">
                  <c:v>0.8508</c:v>
                </c:pt>
                <c:pt idx="3">
                  <c:v>1.1676</c:v>
                </c:pt>
                <c:pt idx="4">
                  <c:v>1.6148</c:v>
                </c:pt>
                <c:pt idx="5">
                  <c:v>2.0539</c:v>
                </c:pt>
                <c:pt idx="6">
                  <c:v>2.6049</c:v>
                </c:pt>
                <c:pt idx="7">
                  <c:v>3.0139</c:v>
                </c:pt>
                <c:pt idx="8">
                  <c:v>3.5083</c:v>
                </c:pt>
                <c:pt idx="9">
                  <c:v>3.9744</c:v>
                </c:pt>
                <c:pt idx="10">
                  <c:v>4.4724</c:v>
                </c:pt>
                <c:pt idx="11">
                  <c:v>5.0966</c:v>
                </c:pt>
                <c:pt idx="12">
                  <c:v>5.756</c:v>
                </c:pt>
                <c:pt idx="13">
                  <c:v>6.453</c:v>
                </c:pt>
                <c:pt idx="14">
                  <c:v>7.1348</c:v>
                </c:pt>
                <c:pt idx="15">
                  <c:v>7.9838</c:v>
                </c:pt>
                <c:pt idx="16">
                  <c:v>8.858</c:v>
                </c:pt>
                <c:pt idx="17">
                  <c:v>9.8692</c:v>
                </c:pt>
                <c:pt idx="18">
                  <c:v>10.9178</c:v>
                </c:pt>
                <c:pt idx="19">
                  <c:v>11.9079</c:v>
                </c:pt>
                <c:pt idx="20">
                  <c:v>13.0746</c:v>
                </c:pt>
                <c:pt idx="21">
                  <c:v>14.2431</c:v>
                </c:pt>
                <c:pt idx="22">
                  <c:v>15.6193</c:v>
                </c:pt>
                <c:pt idx="23">
                  <c:v>16.9631</c:v>
                </c:pt>
                <c:pt idx="24">
                  <c:v>18.347</c:v>
                </c:pt>
                <c:pt idx="25">
                  <c:v>19.809</c:v>
                </c:pt>
                <c:pt idx="26">
                  <c:v>21.2715</c:v>
                </c:pt>
                <c:pt idx="27">
                  <c:v>22.9879</c:v>
                </c:pt>
                <c:pt idx="28">
                  <c:v>24.8324</c:v>
                </c:pt>
                <c:pt idx="29">
                  <c:v>26.4975</c:v>
                </c:pt>
                <c:pt idx="30">
                  <c:v>28.3308</c:v>
                </c:pt>
                <c:pt idx="31">
                  <c:v>30.244</c:v>
                </c:pt>
                <c:pt idx="32">
                  <c:v>32.1955</c:v>
                </c:pt>
                <c:pt idx="33">
                  <c:v>34.3339</c:v>
                </c:pt>
                <c:pt idx="34">
                  <c:v>36.5411</c:v>
                </c:pt>
                <c:pt idx="35">
                  <c:v>38.716</c:v>
                </c:pt>
                <c:pt idx="36">
                  <c:v>41.1052</c:v>
                </c:pt>
                <c:pt idx="37">
                  <c:v>43.4225</c:v>
                </c:pt>
                <c:pt idx="38">
                  <c:v>45.7802</c:v>
                </c:pt>
                <c:pt idx="39">
                  <c:v>48.2288</c:v>
                </c:pt>
                <c:pt idx="40">
                  <c:v>50.6643</c:v>
                </c:pt>
                <c:pt idx="41">
                  <c:v>53.2953</c:v>
                </c:pt>
                <c:pt idx="42">
                  <c:v>55.9209</c:v>
                </c:pt>
                <c:pt idx="43">
                  <c:v>58.5299</c:v>
                </c:pt>
                <c:pt idx="44">
                  <c:v>61.1942</c:v>
                </c:pt>
                <c:pt idx="45">
                  <c:v>63.853</c:v>
                </c:pt>
                <c:pt idx="46">
                  <c:v>66.6274</c:v>
                </c:pt>
                <c:pt idx="47">
                  <c:v>69.3375</c:v>
                </c:pt>
                <c:pt idx="48">
                  <c:v>72.1672</c:v>
                </c:pt>
                <c:pt idx="49">
                  <c:v>74.9951</c:v>
                </c:pt>
                <c:pt idx="50">
                  <c:v>77.9245</c:v>
                </c:pt>
                <c:pt idx="51">
                  <c:v>80.9133</c:v>
                </c:pt>
                <c:pt idx="52">
                  <c:v>83.9119</c:v>
                </c:pt>
                <c:pt idx="53">
                  <c:v>86.876</c:v>
                </c:pt>
                <c:pt idx="54">
                  <c:v>89.8247</c:v>
                </c:pt>
                <c:pt idx="55">
                  <c:v>92.8216</c:v>
                </c:pt>
                <c:pt idx="56">
                  <c:v>95.8566</c:v>
                </c:pt>
                <c:pt idx="57">
                  <c:v>98.9429</c:v>
                </c:pt>
                <c:pt idx="58">
                  <c:v>101.9771</c:v>
                </c:pt>
                <c:pt idx="59">
                  <c:v>105.0009</c:v>
                </c:pt>
                <c:pt idx="60">
                  <c:v>108.1142</c:v>
                </c:pt>
                <c:pt idx="61">
                  <c:v>111.3182</c:v>
                </c:pt>
                <c:pt idx="62">
                  <c:v>114.5681</c:v>
                </c:pt>
                <c:pt idx="63">
                  <c:v>117.7587</c:v>
                </c:pt>
                <c:pt idx="64">
                  <c:v>120.8431</c:v>
                </c:pt>
                <c:pt idx="65">
                  <c:v>124.0944</c:v>
                </c:pt>
                <c:pt idx="66">
                  <c:v>127.2072</c:v>
                </c:pt>
                <c:pt idx="67">
                  <c:v>130.333</c:v>
                </c:pt>
                <c:pt idx="68">
                  <c:v>133.5447</c:v>
                </c:pt>
                <c:pt idx="69">
                  <c:v>136.6449</c:v>
                </c:pt>
                <c:pt idx="70">
                  <c:v>139.8944</c:v>
                </c:pt>
                <c:pt idx="71">
                  <c:v>143.0935</c:v>
                </c:pt>
                <c:pt idx="72">
                  <c:v>146.3276</c:v>
                </c:pt>
                <c:pt idx="73">
                  <c:v>149.4867</c:v>
                </c:pt>
                <c:pt idx="74">
                  <c:v>152.7596</c:v>
                </c:pt>
                <c:pt idx="75">
                  <c:v>156.0148</c:v>
                </c:pt>
                <c:pt idx="76">
                  <c:v>159.2166</c:v>
                </c:pt>
                <c:pt idx="77">
                  <c:v>162.5074</c:v>
                </c:pt>
                <c:pt idx="78">
                  <c:v>165.5658</c:v>
                </c:pt>
                <c:pt idx="79">
                  <c:v>168.8247</c:v>
                </c:pt>
                <c:pt idx="80">
                  <c:v>172.0553</c:v>
                </c:pt>
                <c:pt idx="81">
                  <c:v>175.2436</c:v>
                </c:pt>
                <c:pt idx="82">
                  <c:v>178.4975</c:v>
                </c:pt>
                <c:pt idx="83">
                  <c:v>181.7744</c:v>
                </c:pt>
                <c:pt idx="84">
                  <c:v>184.9726</c:v>
                </c:pt>
                <c:pt idx="85">
                  <c:v>188.213</c:v>
                </c:pt>
                <c:pt idx="86">
                  <c:v>191.4602</c:v>
                </c:pt>
                <c:pt idx="87">
                  <c:v>194.7371</c:v>
                </c:pt>
                <c:pt idx="88">
                  <c:v>198.0697</c:v>
                </c:pt>
                <c:pt idx="89">
                  <c:v>201.293</c:v>
                </c:pt>
                <c:pt idx="90">
                  <c:v>204.6337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spPr>
            <a:ln w="19050">
              <a:solidFill>
                <a:srgbClr val="5B9BD5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Sheet1!$E$2:$E$92</c:f>
              <c:numCache>
                <c:formatCode>General</c:formatCode>
                <c:ptCount val="91"/>
                <c:pt idx="0">
                  <c:v>0.2809</c:v>
                </c:pt>
                <c:pt idx="1">
                  <c:v>0.4511</c:v>
                </c:pt>
                <c:pt idx="2">
                  <c:v>0.766</c:v>
                </c:pt>
                <c:pt idx="3">
                  <c:v>1.1404</c:v>
                </c:pt>
                <c:pt idx="4">
                  <c:v>1.6255</c:v>
                </c:pt>
                <c:pt idx="5">
                  <c:v>2.017</c:v>
                </c:pt>
                <c:pt idx="6">
                  <c:v>2.3915</c:v>
                </c:pt>
                <c:pt idx="7">
                  <c:v>2.9106</c:v>
                </c:pt>
                <c:pt idx="8">
                  <c:v>3.4043</c:v>
                </c:pt>
                <c:pt idx="9">
                  <c:v>3.9404</c:v>
                </c:pt>
                <c:pt idx="10">
                  <c:v>4.5702</c:v>
                </c:pt>
                <c:pt idx="11">
                  <c:v>5.2511</c:v>
                </c:pt>
                <c:pt idx="12">
                  <c:v>5.7957</c:v>
                </c:pt>
                <c:pt idx="13">
                  <c:v>6.5021</c:v>
                </c:pt>
                <c:pt idx="14">
                  <c:v>7.2596</c:v>
                </c:pt>
                <c:pt idx="15">
                  <c:v>8.0</c:v>
                </c:pt>
                <c:pt idx="16">
                  <c:v>8.7574</c:v>
                </c:pt>
                <c:pt idx="17">
                  <c:v>9.6766</c:v>
                </c:pt>
                <c:pt idx="18">
                  <c:v>10.6298</c:v>
                </c:pt>
                <c:pt idx="19">
                  <c:v>11.6255</c:v>
                </c:pt>
                <c:pt idx="20">
                  <c:v>12.7234</c:v>
                </c:pt>
                <c:pt idx="21">
                  <c:v>13.8723</c:v>
                </c:pt>
                <c:pt idx="22">
                  <c:v>15.1149</c:v>
                </c:pt>
                <c:pt idx="23">
                  <c:v>16.5191</c:v>
                </c:pt>
                <c:pt idx="24">
                  <c:v>17.8894</c:v>
                </c:pt>
                <c:pt idx="25">
                  <c:v>19.4553</c:v>
                </c:pt>
                <c:pt idx="26">
                  <c:v>21.0468</c:v>
                </c:pt>
                <c:pt idx="27">
                  <c:v>22.6894</c:v>
                </c:pt>
                <c:pt idx="28">
                  <c:v>24.2979</c:v>
                </c:pt>
                <c:pt idx="29">
                  <c:v>26.0085</c:v>
                </c:pt>
                <c:pt idx="30">
                  <c:v>27.7447</c:v>
                </c:pt>
                <c:pt idx="31">
                  <c:v>29.634</c:v>
                </c:pt>
                <c:pt idx="32">
                  <c:v>31.566</c:v>
                </c:pt>
                <c:pt idx="33">
                  <c:v>33.5915</c:v>
                </c:pt>
                <c:pt idx="34">
                  <c:v>35.6766</c:v>
                </c:pt>
                <c:pt idx="35">
                  <c:v>37.8128</c:v>
                </c:pt>
                <c:pt idx="36">
                  <c:v>39.9745</c:v>
                </c:pt>
                <c:pt idx="37">
                  <c:v>42.1617</c:v>
                </c:pt>
                <c:pt idx="38">
                  <c:v>44.4426</c:v>
                </c:pt>
                <c:pt idx="39">
                  <c:v>46.8511</c:v>
                </c:pt>
                <c:pt idx="40">
                  <c:v>49.2511</c:v>
                </c:pt>
                <c:pt idx="41">
                  <c:v>51.7106</c:v>
                </c:pt>
                <c:pt idx="42">
                  <c:v>54.2809</c:v>
                </c:pt>
                <c:pt idx="43">
                  <c:v>56.8681</c:v>
                </c:pt>
                <c:pt idx="44">
                  <c:v>59.3702</c:v>
                </c:pt>
                <c:pt idx="45">
                  <c:v>62.0085</c:v>
                </c:pt>
                <c:pt idx="46">
                  <c:v>64.6298</c:v>
                </c:pt>
                <c:pt idx="47">
                  <c:v>67.3447</c:v>
                </c:pt>
                <c:pt idx="48">
                  <c:v>70.1191</c:v>
                </c:pt>
                <c:pt idx="49">
                  <c:v>72.9277</c:v>
                </c:pt>
                <c:pt idx="50">
                  <c:v>75.8468</c:v>
                </c:pt>
                <c:pt idx="51">
                  <c:v>78.6553</c:v>
                </c:pt>
                <c:pt idx="52">
                  <c:v>81.4979</c:v>
                </c:pt>
                <c:pt idx="53">
                  <c:v>84.4255</c:v>
                </c:pt>
                <c:pt idx="54">
                  <c:v>87.3957</c:v>
                </c:pt>
                <c:pt idx="55">
                  <c:v>90.2638</c:v>
                </c:pt>
                <c:pt idx="56">
                  <c:v>93.2596</c:v>
                </c:pt>
                <c:pt idx="57">
                  <c:v>96.2723</c:v>
                </c:pt>
                <c:pt idx="58">
                  <c:v>99.2426</c:v>
                </c:pt>
                <c:pt idx="59">
                  <c:v>102.2213</c:v>
                </c:pt>
                <c:pt idx="60">
                  <c:v>105.2851</c:v>
                </c:pt>
                <c:pt idx="61">
                  <c:v>108.3404</c:v>
                </c:pt>
                <c:pt idx="62">
                  <c:v>111.4043</c:v>
                </c:pt>
                <c:pt idx="63">
                  <c:v>114.4085</c:v>
                </c:pt>
                <c:pt idx="64">
                  <c:v>117.3617</c:v>
                </c:pt>
                <c:pt idx="65">
                  <c:v>120.4255</c:v>
                </c:pt>
                <c:pt idx="66">
                  <c:v>123.4894</c:v>
                </c:pt>
                <c:pt idx="67">
                  <c:v>126.6043</c:v>
                </c:pt>
                <c:pt idx="68">
                  <c:v>129.6511</c:v>
                </c:pt>
                <c:pt idx="69">
                  <c:v>132.7915</c:v>
                </c:pt>
                <c:pt idx="70">
                  <c:v>135.9234</c:v>
                </c:pt>
                <c:pt idx="71">
                  <c:v>138.9872</c:v>
                </c:pt>
                <c:pt idx="72">
                  <c:v>142.1617</c:v>
                </c:pt>
                <c:pt idx="73">
                  <c:v>145.2596</c:v>
                </c:pt>
                <c:pt idx="74">
                  <c:v>148.3404</c:v>
                </c:pt>
                <c:pt idx="75">
                  <c:v>151.4894</c:v>
                </c:pt>
                <c:pt idx="76">
                  <c:v>154.6213</c:v>
                </c:pt>
                <c:pt idx="77">
                  <c:v>157.7021</c:v>
                </c:pt>
                <c:pt idx="78">
                  <c:v>160.8851</c:v>
                </c:pt>
                <c:pt idx="79">
                  <c:v>164.0255</c:v>
                </c:pt>
                <c:pt idx="80">
                  <c:v>167.1234</c:v>
                </c:pt>
                <c:pt idx="81">
                  <c:v>170.1617</c:v>
                </c:pt>
                <c:pt idx="82">
                  <c:v>173.3362</c:v>
                </c:pt>
                <c:pt idx="83">
                  <c:v>176.4936</c:v>
                </c:pt>
                <c:pt idx="84">
                  <c:v>179.6596</c:v>
                </c:pt>
                <c:pt idx="85">
                  <c:v>182.9021</c:v>
                </c:pt>
                <c:pt idx="86">
                  <c:v>185.8979</c:v>
                </c:pt>
                <c:pt idx="87">
                  <c:v>189.1404</c:v>
                </c:pt>
                <c:pt idx="88">
                  <c:v>192.383</c:v>
                </c:pt>
                <c:pt idx="89">
                  <c:v>195.4809</c:v>
                </c:pt>
                <c:pt idx="90">
                  <c:v>198.7064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spPr>
            <a:ln w="19050">
              <a:solidFill>
                <a:srgbClr val="006AC6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Sheet1!$F$2:$F$92</c:f>
              <c:numCache>
                <c:formatCode>General</c:formatCode>
                <c:ptCount val="91"/>
                <c:pt idx="0">
                  <c:v>0.1852</c:v>
                </c:pt>
                <c:pt idx="1">
                  <c:v>0.4472</c:v>
                </c:pt>
                <c:pt idx="2">
                  <c:v>0.8463</c:v>
                </c:pt>
                <c:pt idx="3">
                  <c:v>1.1825</c:v>
                </c:pt>
                <c:pt idx="4">
                  <c:v>1.5258</c:v>
                </c:pt>
                <c:pt idx="5">
                  <c:v>1.947</c:v>
                </c:pt>
                <c:pt idx="6">
                  <c:v>2.3079</c:v>
                </c:pt>
                <c:pt idx="7">
                  <c:v>2.8265</c:v>
                </c:pt>
                <c:pt idx="8">
                  <c:v>3.3834</c:v>
                </c:pt>
                <c:pt idx="9">
                  <c:v>3.9083</c:v>
                </c:pt>
                <c:pt idx="10">
                  <c:v>4.3991</c:v>
                </c:pt>
                <c:pt idx="11">
                  <c:v>5.0404</c:v>
                </c:pt>
                <c:pt idx="12">
                  <c:v>5.6782</c:v>
                </c:pt>
                <c:pt idx="13">
                  <c:v>6.3816</c:v>
                </c:pt>
                <c:pt idx="14">
                  <c:v>7.1613</c:v>
                </c:pt>
                <c:pt idx="15">
                  <c:v>7.9488</c:v>
                </c:pt>
                <c:pt idx="16">
                  <c:v>8.7079</c:v>
                </c:pt>
                <c:pt idx="17">
                  <c:v>9.6629</c:v>
                </c:pt>
                <c:pt idx="18">
                  <c:v>10.6013</c:v>
                </c:pt>
                <c:pt idx="19">
                  <c:v>11.6</c:v>
                </c:pt>
                <c:pt idx="20">
                  <c:v>12.6751</c:v>
                </c:pt>
                <c:pt idx="21">
                  <c:v>13.7928</c:v>
                </c:pt>
                <c:pt idx="22">
                  <c:v>14.9991</c:v>
                </c:pt>
                <c:pt idx="23">
                  <c:v>16.236</c:v>
                </c:pt>
                <c:pt idx="24">
                  <c:v>17.5151</c:v>
                </c:pt>
                <c:pt idx="25">
                  <c:v>18.8373</c:v>
                </c:pt>
                <c:pt idx="26">
                  <c:v>20.2279</c:v>
                </c:pt>
                <c:pt idx="27">
                  <c:v>21.6975</c:v>
                </c:pt>
                <c:pt idx="28">
                  <c:v>23.3092</c:v>
                </c:pt>
                <c:pt idx="29">
                  <c:v>24.9079</c:v>
                </c:pt>
                <c:pt idx="30">
                  <c:v>26.5852</c:v>
                </c:pt>
                <c:pt idx="31">
                  <c:v>28.3276</c:v>
                </c:pt>
                <c:pt idx="32">
                  <c:v>30.1712</c:v>
                </c:pt>
                <c:pt idx="33">
                  <c:v>32.084</c:v>
                </c:pt>
                <c:pt idx="34">
                  <c:v>34.1366</c:v>
                </c:pt>
                <c:pt idx="35">
                  <c:v>36.0481</c:v>
                </c:pt>
                <c:pt idx="36">
                  <c:v>38.0863</c:v>
                </c:pt>
                <c:pt idx="37">
                  <c:v>40.2279</c:v>
                </c:pt>
                <c:pt idx="38">
                  <c:v>42.2885</c:v>
                </c:pt>
                <c:pt idx="39">
                  <c:v>44.6045</c:v>
                </c:pt>
                <c:pt idx="40">
                  <c:v>46.8593</c:v>
                </c:pt>
                <c:pt idx="41">
                  <c:v>49.1209</c:v>
                </c:pt>
                <c:pt idx="42">
                  <c:v>51.5321</c:v>
                </c:pt>
                <c:pt idx="43">
                  <c:v>53.7973</c:v>
                </c:pt>
                <c:pt idx="44">
                  <c:v>56.2463</c:v>
                </c:pt>
                <c:pt idx="45">
                  <c:v>58.6616</c:v>
                </c:pt>
                <c:pt idx="46">
                  <c:v>61.1708</c:v>
                </c:pt>
                <c:pt idx="47">
                  <c:v>63.7371</c:v>
                </c:pt>
                <c:pt idx="48">
                  <c:v>66.36</c:v>
                </c:pt>
                <c:pt idx="49">
                  <c:v>68.9897</c:v>
                </c:pt>
                <c:pt idx="50">
                  <c:v>71.747</c:v>
                </c:pt>
                <c:pt idx="51">
                  <c:v>74.4094</c:v>
                </c:pt>
                <c:pt idx="52">
                  <c:v>77.0724</c:v>
                </c:pt>
                <c:pt idx="53">
                  <c:v>79.8508</c:v>
                </c:pt>
                <c:pt idx="54">
                  <c:v>82.5735</c:v>
                </c:pt>
                <c:pt idx="55">
                  <c:v>85.3443</c:v>
                </c:pt>
                <c:pt idx="56">
                  <c:v>87.8742</c:v>
                </c:pt>
                <c:pt idx="57">
                  <c:v>90.6818</c:v>
                </c:pt>
                <c:pt idx="58">
                  <c:v>93.4733</c:v>
                </c:pt>
                <c:pt idx="59">
                  <c:v>96.258</c:v>
                </c:pt>
                <c:pt idx="60">
                  <c:v>99.0427</c:v>
                </c:pt>
                <c:pt idx="61">
                  <c:v>101.9321</c:v>
                </c:pt>
                <c:pt idx="62">
                  <c:v>104.658</c:v>
                </c:pt>
                <c:pt idx="63">
                  <c:v>107.7029</c:v>
                </c:pt>
                <c:pt idx="64">
                  <c:v>110.6387</c:v>
                </c:pt>
                <c:pt idx="65">
                  <c:v>113.5366</c:v>
                </c:pt>
                <c:pt idx="66">
                  <c:v>116.5335</c:v>
                </c:pt>
                <c:pt idx="67">
                  <c:v>119.4413</c:v>
                </c:pt>
                <c:pt idx="68">
                  <c:v>122.2863</c:v>
                </c:pt>
                <c:pt idx="69">
                  <c:v>125.2517</c:v>
                </c:pt>
                <c:pt idx="70">
                  <c:v>128.0647</c:v>
                </c:pt>
                <c:pt idx="71">
                  <c:v>131.0162</c:v>
                </c:pt>
                <c:pt idx="72">
                  <c:v>134.0076</c:v>
                </c:pt>
                <c:pt idx="73">
                  <c:v>136.9645</c:v>
                </c:pt>
                <c:pt idx="74">
                  <c:v>139.8072</c:v>
                </c:pt>
                <c:pt idx="75">
                  <c:v>142.7524</c:v>
                </c:pt>
                <c:pt idx="76">
                  <c:v>145.6813</c:v>
                </c:pt>
                <c:pt idx="77">
                  <c:v>148.5766</c:v>
                </c:pt>
                <c:pt idx="78">
                  <c:v>151.3816</c:v>
                </c:pt>
                <c:pt idx="79">
                  <c:v>154.2562</c:v>
                </c:pt>
                <c:pt idx="80">
                  <c:v>157.1739</c:v>
                </c:pt>
                <c:pt idx="81">
                  <c:v>160.1906</c:v>
                </c:pt>
                <c:pt idx="82">
                  <c:v>163.3061</c:v>
                </c:pt>
                <c:pt idx="83">
                  <c:v>166.3106</c:v>
                </c:pt>
                <c:pt idx="84">
                  <c:v>169.2189</c:v>
                </c:pt>
                <c:pt idx="85">
                  <c:v>172.1506</c:v>
                </c:pt>
                <c:pt idx="86">
                  <c:v>175.173</c:v>
                </c:pt>
                <c:pt idx="87">
                  <c:v>178.169</c:v>
                </c:pt>
                <c:pt idx="88">
                  <c:v>181.1533</c:v>
                </c:pt>
                <c:pt idx="89">
                  <c:v>184.1294</c:v>
                </c:pt>
                <c:pt idx="90">
                  <c:v>187.1636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spPr>
            <a:ln w="19050">
              <a:solidFill>
                <a:srgbClr val="006AC6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Sheet1!$G$2:$G$92</c:f>
              <c:numCache>
                <c:formatCode>General</c:formatCode>
                <c:ptCount val="91"/>
                <c:pt idx="0">
                  <c:v>0.3149</c:v>
                </c:pt>
                <c:pt idx="1">
                  <c:v>0.6638</c:v>
                </c:pt>
                <c:pt idx="2">
                  <c:v>1.0638</c:v>
                </c:pt>
                <c:pt idx="3">
                  <c:v>1.4213</c:v>
                </c:pt>
                <c:pt idx="4">
                  <c:v>1.6851</c:v>
                </c:pt>
                <c:pt idx="5">
                  <c:v>2.1872</c:v>
                </c:pt>
                <c:pt idx="6">
                  <c:v>2.6298</c:v>
                </c:pt>
                <c:pt idx="7">
                  <c:v>3.2681</c:v>
                </c:pt>
                <c:pt idx="8">
                  <c:v>3.8638</c:v>
                </c:pt>
                <c:pt idx="9">
                  <c:v>4.6043</c:v>
                </c:pt>
                <c:pt idx="10">
                  <c:v>5.217</c:v>
                </c:pt>
                <c:pt idx="11">
                  <c:v>6.034</c:v>
                </c:pt>
                <c:pt idx="12">
                  <c:v>6.6979</c:v>
                </c:pt>
                <c:pt idx="13">
                  <c:v>7.6085</c:v>
                </c:pt>
                <c:pt idx="14">
                  <c:v>8.4936</c:v>
                </c:pt>
                <c:pt idx="15">
                  <c:v>9.5319</c:v>
                </c:pt>
                <c:pt idx="16">
                  <c:v>10.5362</c:v>
                </c:pt>
                <c:pt idx="17">
                  <c:v>11.6851</c:v>
                </c:pt>
                <c:pt idx="18">
                  <c:v>12.8936</c:v>
                </c:pt>
                <c:pt idx="19">
                  <c:v>14.1617</c:v>
                </c:pt>
                <c:pt idx="20">
                  <c:v>15.5149</c:v>
                </c:pt>
                <c:pt idx="21">
                  <c:v>17.0383</c:v>
                </c:pt>
                <c:pt idx="22">
                  <c:v>18.4681</c:v>
                </c:pt>
                <c:pt idx="23">
                  <c:v>20.1277</c:v>
                </c:pt>
                <c:pt idx="24">
                  <c:v>21.7362</c:v>
                </c:pt>
                <c:pt idx="25">
                  <c:v>23.5489</c:v>
                </c:pt>
                <c:pt idx="26">
                  <c:v>25.5319</c:v>
                </c:pt>
                <c:pt idx="27">
                  <c:v>27.3532</c:v>
                </c:pt>
                <c:pt idx="28">
                  <c:v>29.1574</c:v>
                </c:pt>
                <c:pt idx="29">
                  <c:v>31.2255</c:v>
                </c:pt>
                <c:pt idx="30">
                  <c:v>33.3106</c:v>
                </c:pt>
                <c:pt idx="31">
                  <c:v>35.4894</c:v>
                </c:pt>
                <c:pt idx="32">
                  <c:v>37.7617</c:v>
                </c:pt>
                <c:pt idx="33">
                  <c:v>40.1021</c:v>
                </c:pt>
                <c:pt idx="34">
                  <c:v>42.6638</c:v>
                </c:pt>
                <c:pt idx="35">
                  <c:v>45.2766</c:v>
                </c:pt>
                <c:pt idx="36">
                  <c:v>47.966</c:v>
                </c:pt>
                <c:pt idx="37">
                  <c:v>50.817</c:v>
                </c:pt>
                <c:pt idx="38">
                  <c:v>53.4979</c:v>
                </c:pt>
                <c:pt idx="39">
                  <c:v>56.1191</c:v>
                </c:pt>
                <c:pt idx="40">
                  <c:v>59.1404</c:v>
                </c:pt>
                <c:pt idx="41">
                  <c:v>62.0936</c:v>
                </c:pt>
                <c:pt idx="42">
                  <c:v>65.0809</c:v>
                </c:pt>
                <c:pt idx="43">
                  <c:v>67.983</c:v>
                </c:pt>
                <c:pt idx="44">
                  <c:v>70.9702</c:v>
                </c:pt>
                <c:pt idx="45">
                  <c:v>74.1617</c:v>
                </c:pt>
                <c:pt idx="46">
                  <c:v>77.3362</c:v>
                </c:pt>
                <c:pt idx="47">
                  <c:v>80.4</c:v>
                </c:pt>
                <c:pt idx="48">
                  <c:v>83.6</c:v>
                </c:pt>
                <c:pt idx="49">
                  <c:v>86.9872</c:v>
                </c:pt>
                <c:pt idx="50">
                  <c:v>90.4255</c:v>
                </c:pt>
                <c:pt idx="51">
                  <c:v>93.8213</c:v>
                </c:pt>
                <c:pt idx="52">
                  <c:v>97.4383</c:v>
                </c:pt>
                <c:pt idx="53">
                  <c:v>100.9532</c:v>
                </c:pt>
                <c:pt idx="54">
                  <c:v>104.5532</c:v>
                </c:pt>
                <c:pt idx="55">
                  <c:v>108.1362</c:v>
                </c:pt>
                <c:pt idx="56">
                  <c:v>111.7106</c:v>
                </c:pt>
                <c:pt idx="57">
                  <c:v>115.1404</c:v>
                </c:pt>
                <c:pt idx="58">
                  <c:v>118.5702</c:v>
                </c:pt>
                <c:pt idx="59">
                  <c:v>122.0851</c:v>
                </c:pt>
                <c:pt idx="60">
                  <c:v>125.6936</c:v>
                </c:pt>
                <c:pt idx="61">
                  <c:v>129.2936</c:v>
                </c:pt>
                <c:pt idx="62">
                  <c:v>132.9362</c:v>
                </c:pt>
                <c:pt idx="63">
                  <c:v>136.5617</c:v>
                </c:pt>
                <c:pt idx="64">
                  <c:v>140.2383</c:v>
                </c:pt>
                <c:pt idx="65">
                  <c:v>143.966</c:v>
                </c:pt>
                <c:pt idx="66">
                  <c:v>147.6255</c:v>
                </c:pt>
                <c:pt idx="67">
                  <c:v>151.2766</c:v>
                </c:pt>
                <c:pt idx="68">
                  <c:v>154.7574</c:v>
                </c:pt>
                <c:pt idx="69">
                  <c:v>158.5106</c:v>
                </c:pt>
                <c:pt idx="70">
                  <c:v>162.1447</c:v>
                </c:pt>
                <c:pt idx="71">
                  <c:v>165.7787</c:v>
                </c:pt>
                <c:pt idx="72">
                  <c:v>169.5489</c:v>
                </c:pt>
                <c:pt idx="73">
                  <c:v>173.3277</c:v>
                </c:pt>
                <c:pt idx="74">
                  <c:v>177.0979</c:v>
                </c:pt>
                <c:pt idx="75">
                  <c:v>180.8936</c:v>
                </c:pt>
                <c:pt idx="76">
                  <c:v>184.5362</c:v>
                </c:pt>
                <c:pt idx="77">
                  <c:v>188.2468</c:v>
                </c:pt>
                <c:pt idx="78">
                  <c:v>191.9404</c:v>
                </c:pt>
                <c:pt idx="79">
                  <c:v>195.8128</c:v>
                </c:pt>
                <c:pt idx="80">
                  <c:v>199.617</c:v>
                </c:pt>
                <c:pt idx="81">
                  <c:v>203.3447</c:v>
                </c:pt>
                <c:pt idx="82">
                  <c:v>207.1574</c:v>
                </c:pt>
                <c:pt idx="83">
                  <c:v>210.9362</c:v>
                </c:pt>
                <c:pt idx="84">
                  <c:v>214.6809</c:v>
                </c:pt>
                <c:pt idx="85">
                  <c:v>218.4681</c:v>
                </c:pt>
                <c:pt idx="86">
                  <c:v>222.2894</c:v>
                </c:pt>
                <c:pt idx="87">
                  <c:v>226.034</c:v>
                </c:pt>
                <c:pt idx="88">
                  <c:v>229.7021</c:v>
                </c:pt>
                <c:pt idx="89">
                  <c:v>233.4894</c:v>
                </c:pt>
                <c:pt idx="90">
                  <c:v>237.234</c:v>
                </c:pt>
              </c:numCache>
            </c:numRef>
          </c:val>
          <c:smooth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spPr>
            <a:ln w="19050">
              <a:solidFill>
                <a:srgbClr val="003168"/>
              </a:solidFill>
              <a:prstDash val="solid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Sheet1!$H$2:$H$92</c:f>
              <c:numCache>
                <c:formatCode>General</c:formatCode>
                <c:ptCount val="91"/>
                <c:pt idx="0">
                  <c:v>0.1978</c:v>
                </c:pt>
                <c:pt idx="1">
                  <c:v>0.4467</c:v>
                </c:pt>
                <c:pt idx="2">
                  <c:v>0.7339</c:v>
                </c:pt>
                <c:pt idx="3">
                  <c:v>1.076</c:v>
                </c:pt>
                <c:pt idx="4">
                  <c:v>1.3982</c:v>
                </c:pt>
                <c:pt idx="5">
                  <c:v>1.7865</c:v>
                </c:pt>
                <c:pt idx="6">
                  <c:v>2.156</c:v>
                </c:pt>
                <c:pt idx="7">
                  <c:v>2.6103</c:v>
                </c:pt>
                <c:pt idx="8">
                  <c:v>3.0894</c:v>
                </c:pt>
                <c:pt idx="9">
                  <c:v>3.6135</c:v>
                </c:pt>
                <c:pt idx="10">
                  <c:v>4.2256</c:v>
                </c:pt>
                <c:pt idx="11">
                  <c:v>4.7766</c:v>
                </c:pt>
                <c:pt idx="12">
                  <c:v>5.293</c:v>
                </c:pt>
                <c:pt idx="13">
                  <c:v>5.942</c:v>
                </c:pt>
                <c:pt idx="14">
                  <c:v>6.689</c:v>
                </c:pt>
                <c:pt idx="15">
                  <c:v>7.4387</c:v>
                </c:pt>
                <c:pt idx="16">
                  <c:v>8.2557</c:v>
                </c:pt>
                <c:pt idx="17">
                  <c:v>9.0063</c:v>
                </c:pt>
                <c:pt idx="18">
                  <c:v>9.8634</c:v>
                </c:pt>
                <c:pt idx="19">
                  <c:v>10.8571</c:v>
                </c:pt>
                <c:pt idx="20">
                  <c:v>11.9231</c:v>
                </c:pt>
                <c:pt idx="21">
                  <c:v>12.9596</c:v>
                </c:pt>
                <c:pt idx="22">
                  <c:v>14.1227</c:v>
                </c:pt>
                <c:pt idx="23">
                  <c:v>15.2849</c:v>
                </c:pt>
                <c:pt idx="24">
                  <c:v>16.4849</c:v>
                </c:pt>
                <c:pt idx="25">
                  <c:v>17.8207</c:v>
                </c:pt>
                <c:pt idx="26">
                  <c:v>19.2297</c:v>
                </c:pt>
                <c:pt idx="27">
                  <c:v>20.7137</c:v>
                </c:pt>
                <c:pt idx="28">
                  <c:v>22.2822</c:v>
                </c:pt>
                <c:pt idx="29">
                  <c:v>23.9708</c:v>
                </c:pt>
                <c:pt idx="30">
                  <c:v>25.6809</c:v>
                </c:pt>
                <c:pt idx="31">
                  <c:v>27.378</c:v>
                </c:pt>
                <c:pt idx="32">
                  <c:v>29.2135</c:v>
                </c:pt>
                <c:pt idx="33">
                  <c:v>30.9694</c:v>
                </c:pt>
                <c:pt idx="34">
                  <c:v>32.8769</c:v>
                </c:pt>
                <c:pt idx="35">
                  <c:v>34.898</c:v>
                </c:pt>
                <c:pt idx="36">
                  <c:v>36.9537</c:v>
                </c:pt>
                <c:pt idx="37">
                  <c:v>39.0728</c:v>
                </c:pt>
                <c:pt idx="38">
                  <c:v>41.3079</c:v>
                </c:pt>
                <c:pt idx="39">
                  <c:v>43.4387</c:v>
                </c:pt>
                <c:pt idx="40">
                  <c:v>45.7074</c:v>
                </c:pt>
                <c:pt idx="41">
                  <c:v>47.9708</c:v>
                </c:pt>
                <c:pt idx="42">
                  <c:v>50.3488</c:v>
                </c:pt>
                <c:pt idx="43">
                  <c:v>52.7101</c:v>
                </c:pt>
                <c:pt idx="44">
                  <c:v>55.1497</c:v>
                </c:pt>
                <c:pt idx="45">
                  <c:v>57.6715</c:v>
                </c:pt>
                <c:pt idx="46">
                  <c:v>60.1748</c:v>
                </c:pt>
                <c:pt idx="47">
                  <c:v>62.6625</c:v>
                </c:pt>
                <c:pt idx="48">
                  <c:v>65.1717</c:v>
                </c:pt>
                <c:pt idx="49">
                  <c:v>67.6912</c:v>
                </c:pt>
                <c:pt idx="50">
                  <c:v>70.3393</c:v>
                </c:pt>
                <c:pt idx="51">
                  <c:v>73.0288</c:v>
                </c:pt>
                <c:pt idx="52">
                  <c:v>75.6512</c:v>
                </c:pt>
                <c:pt idx="53">
                  <c:v>78.204</c:v>
                </c:pt>
                <c:pt idx="54">
                  <c:v>80.8463</c:v>
                </c:pt>
                <c:pt idx="55">
                  <c:v>83.5699</c:v>
                </c:pt>
                <c:pt idx="56">
                  <c:v>86.2306</c:v>
                </c:pt>
                <c:pt idx="57">
                  <c:v>88.8485</c:v>
                </c:pt>
                <c:pt idx="58">
                  <c:v>91.5703</c:v>
                </c:pt>
                <c:pt idx="59">
                  <c:v>94.2126</c:v>
                </c:pt>
                <c:pt idx="60">
                  <c:v>97.0063</c:v>
                </c:pt>
                <c:pt idx="61">
                  <c:v>99.7694</c:v>
                </c:pt>
                <c:pt idx="62">
                  <c:v>102.5703</c:v>
                </c:pt>
                <c:pt idx="63">
                  <c:v>105.4539</c:v>
                </c:pt>
                <c:pt idx="64">
                  <c:v>108.218</c:v>
                </c:pt>
                <c:pt idx="65">
                  <c:v>110.9182</c:v>
                </c:pt>
                <c:pt idx="66">
                  <c:v>113.7501</c:v>
                </c:pt>
                <c:pt idx="67">
                  <c:v>116.6184</c:v>
                </c:pt>
                <c:pt idx="68">
                  <c:v>119.3829</c:v>
                </c:pt>
                <c:pt idx="69">
                  <c:v>122.2153</c:v>
                </c:pt>
                <c:pt idx="70">
                  <c:v>125.0548</c:v>
                </c:pt>
                <c:pt idx="71">
                  <c:v>127.9213</c:v>
                </c:pt>
                <c:pt idx="72">
                  <c:v>130.7551</c:v>
                </c:pt>
                <c:pt idx="73">
                  <c:v>133.7847</c:v>
                </c:pt>
                <c:pt idx="74">
                  <c:v>136.6476</c:v>
                </c:pt>
                <c:pt idx="75">
                  <c:v>139.5402</c:v>
                </c:pt>
                <c:pt idx="76">
                  <c:v>142.3973</c:v>
                </c:pt>
                <c:pt idx="77">
                  <c:v>145.1312</c:v>
                </c:pt>
                <c:pt idx="78">
                  <c:v>148.1029</c:v>
                </c:pt>
                <c:pt idx="79">
                  <c:v>150.8121</c:v>
                </c:pt>
                <c:pt idx="80">
                  <c:v>153.7874</c:v>
                </c:pt>
                <c:pt idx="81">
                  <c:v>156.6085</c:v>
                </c:pt>
                <c:pt idx="82">
                  <c:v>159.4297</c:v>
                </c:pt>
                <c:pt idx="83">
                  <c:v>162.3254</c:v>
                </c:pt>
                <c:pt idx="84">
                  <c:v>165.3578</c:v>
                </c:pt>
                <c:pt idx="85">
                  <c:v>168.2818</c:v>
                </c:pt>
                <c:pt idx="86">
                  <c:v>171.1775</c:v>
                </c:pt>
                <c:pt idx="87">
                  <c:v>174.0409</c:v>
                </c:pt>
                <c:pt idx="88">
                  <c:v>176.9883</c:v>
                </c:pt>
                <c:pt idx="89">
                  <c:v>179.8773</c:v>
                </c:pt>
                <c:pt idx="90">
                  <c:v>182.8306</c:v>
                </c:pt>
              </c:numCache>
            </c:numRef>
          </c:val>
          <c:smooth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spPr>
            <a:ln w="19050">
              <a:solidFill>
                <a:srgbClr val="003168"/>
              </a:solidFill>
              <a:prstDash val="dash"/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Sheet1!$I$2:$I$92</c:f>
              <c:numCache>
                <c:formatCode>General</c:formatCode>
                <c:ptCount val="91"/>
                <c:pt idx="0">
                  <c:v>0.2809</c:v>
                </c:pt>
                <c:pt idx="1">
                  <c:v>0.5702</c:v>
                </c:pt>
                <c:pt idx="2">
                  <c:v>0.783</c:v>
                </c:pt>
                <c:pt idx="3">
                  <c:v>1.0383</c:v>
                </c:pt>
                <c:pt idx="4">
                  <c:v>1.3787</c:v>
                </c:pt>
                <c:pt idx="5">
                  <c:v>1.7277</c:v>
                </c:pt>
                <c:pt idx="6">
                  <c:v>2.1532</c:v>
                </c:pt>
                <c:pt idx="7">
                  <c:v>2.5021</c:v>
                </c:pt>
                <c:pt idx="8">
                  <c:v>2.9191</c:v>
                </c:pt>
                <c:pt idx="9">
                  <c:v>3.5574</c:v>
                </c:pt>
                <c:pt idx="10">
                  <c:v>4.0596</c:v>
                </c:pt>
                <c:pt idx="11">
                  <c:v>4.6213</c:v>
                </c:pt>
                <c:pt idx="12">
                  <c:v>5.2426</c:v>
                </c:pt>
                <c:pt idx="13">
                  <c:v>5.9064</c:v>
                </c:pt>
                <c:pt idx="14">
                  <c:v>6.7064</c:v>
                </c:pt>
                <c:pt idx="15">
                  <c:v>7.4553</c:v>
                </c:pt>
                <c:pt idx="16">
                  <c:v>8.3404</c:v>
                </c:pt>
                <c:pt idx="17">
                  <c:v>9.1745</c:v>
                </c:pt>
                <c:pt idx="18">
                  <c:v>10.1702</c:v>
                </c:pt>
                <c:pt idx="19">
                  <c:v>11.166</c:v>
                </c:pt>
                <c:pt idx="20">
                  <c:v>12.2213</c:v>
                </c:pt>
                <c:pt idx="21">
                  <c:v>13.3447</c:v>
                </c:pt>
                <c:pt idx="22">
                  <c:v>14.5702</c:v>
                </c:pt>
                <c:pt idx="23">
                  <c:v>15.7532</c:v>
                </c:pt>
                <c:pt idx="24">
                  <c:v>17.0213</c:v>
                </c:pt>
                <c:pt idx="25">
                  <c:v>18.5362</c:v>
                </c:pt>
                <c:pt idx="26">
                  <c:v>20.0255</c:v>
                </c:pt>
                <c:pt idx="27">
                  <c:v>21.5319</c:v>
                </c:pt>
                <c:pt idx="28">
                  <c:v>23.166</c:v>
                </c:pt>
                <c:pt idx="29">
                  <c:v>24.8255</c:v>
                </c:pt>
                <c:pt idx="30">
                  <c:v>26.417</c:v>
                </c:pt>
                <c:pt idx="31">
                  <c:v>28.2213</c:v>
                </c:pt>
                <c:pt idx="32">
                  <c:v>30.0766</c:v>
                </c:pt>
                <c:pt idx="33">
                  <c:v>32.0255</c:v>
                </c:pt>
                <c:pt idx="34">
                  <c:v>33.966</c:v>
                </c:pt>
                <c:pt idx="35">
                  <c:v>36.0085</c:v>
                </c:pt>
                <c:pt idx="36">
                  <c:v>38.1872</c:v>
                </c:pt>
                <c:pt idx="37">
                  <c:v>40.3489</c:v>
                </c:pt>
                <c:pt idx="38">
                  <c:v>42.5447</c:v>
                </c:pt>
                <c:pt idx="39">
                  <c:v>44.8426</c:v>
                </c:pt>
                <c:pt idx="40">
                  <c:v>47.1489</c:v>
                </c:pt>
                <c:pt idx="41">
                  <c:v>49.5915</c:v>
                </c:pt>
                <c:pt idx="42">
                  <c:v>52.0</c:v>
                </c:pt>
                <c:pt idx="43">
                  <c:v>54.4851</c:v>
                </c:pt>
                <c:pt idx="44">
                  <c:v>56.9532</c:v>
                </c:pt>
                <c:pt idx="45">
                  <c:v>59.4213</c:v>
                </c:pt>
                <c:pt idx="46">
                  <c:v>62.0511</c:v>
                </c:pt>
                <c:pt idx="47">
                  <c:v>64.6894</c:v>
                </c:pt>
                <c:pt idx="48">
                  <c:v>67.3787</c:v>
                </c:pt>
                <c:pt idx="49">
                  <c:v>70.1021</c:v>
                </c:pt>
                <c:pt idx="50">
                  <c:v>72.7234</c:v>
                </c:pt>
                <c:pt idx="51">
                  <c:v>75.4638</c:v>
                </c:pt>
                <c:pt idx="52">
                  <c:v>78.1021</c:v>
                </c:pt>
                <c:pt idx="53">
                  <c:v>80.9191</c:v>
                </c:pt>
                <c:pt idx="54">
                  <c:v>83.6596</c:v>
                </c:pt>
                <c:pt idx="55">
                  <c:v>86.5191</c:v>
                </c:pt>
                <c:pt idx="56">
                  <c:v>89.4128</c:v>
                </c:pt>
                <c:pt idx="57">
                  <c:v>92.2383</c:v>
                </c:pt>
                <c:pt idx="58">
                  <c:v>95.1149</c:v>
                </c:pt>
                <c:pt idx="59">
                  <c:v>98.0851</c:v>
                </c:pt>
                <c:pt idx="60">
                  <c:v>100.8936</c:v>
                </c:pt>
                <c:pt idx="61">
                  <c:v>103.8553</c:v>
                </c:pt>
                <c:pt idx="62">
                  <c:v>106.7915</c:v>
                </c:pt>
                <c:pt idx="63">
                  <c:v>109.7957</c:v>
                </c:pt>
                <c:pt idx="64">
                  <c:v>112.6468</c:v>
                </c:pt>
                <c:pt idx="65">
                  <c:v>115.6085</c:v>
                </c:pt>
                <c:pt idx="66">
                  <c:v>118.6468</c:v>
                </c:pt>
                <c:pt idx="67">
                  <c:v>121.7106</c:v>
                </c:pt>
                <c:pt idx="68">
                  <c:v>124.6468</c:v>
                </c:pt>
                <c:pt idx="69">
                  <c:v>127.617</c:v>
                </c:pt>
                <c:pt idx="70">
                  <c:v>130.7234</c:v>
                </c:pt>
                <c:pt idx="71">
                  <c:v>133.634</c:v>
                </c:pt>
                <c:pt idx="72">
                  <c:v>136.6383</c:v>
                </c:pt>
                <c:pt idx="73">
                  <c:v>139.6596</c:v>
                </c:pt>
                <c:pt idx="74">
                  <c:v>142.6894</c:v>
                </c:pt>
                <c:pt idx="75">
                  <c:v>145.6511</c:v>
                </c:pt>
                <c:pt idx="76">
                  <c:v>148.7319</c:v>
                </c:pt>
                <c:pt idx="77">
                  <c:v>151.8128</c:v>
                </c:pt>
                <c:pt idx="78">
                  <c:v>154.9532</c:v>
                </c:pt>
                <c:pt idx="79">
                  <c:v>157.9404</c:v>
                </c:pt>
                <c:pt idx="80">
                  <c:v>160.9447</c:v>
                </c:pt>
                <c:pt idx="81">
                  <c:v>164.0511</c:v>
                </c:pt>
                <c:pt idx="82">
                  <c:v>167.2</c:v>
                </c:pt>
                <c:pt idx="83">
                  <c:v>170.2383</c:v>
                </c:pt>
                <c:pt idx="84">
                  <c:v>173.1915</c:v>
                </c:pt>
                <c:pt idx="85">
                  <c:v>176.2213</c:v>
                </c:pt>
                <c:pt idx="86">
                  <c:v>179.3277</c:v>
                </c:pt>
                <c:pt idx="87">
                  <c:v>182.417</c:v>
                </c:pt>
                <c:pt idx="88">
                  <c:v>185.5319</c:v>
                </c:pt>
                <c:pt idx="89">
                  <c:v>188.6979</c:v>
                </c:pt>
                <c:pt idx="90">
                  <c:v>191.7191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Days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2D2D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2024Q3 Action</c:v>
                </c:pt>
              </c:strCache>
            </c:strRef>
          </c:tx>
          <c:spPr>
            <a:ln w="19050">
              <a:solidFill>
                <a:srgbClr val="BED2E6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0.3263</c:v>
                </c:pt>
                <c:pt idx="1">
                  <c:v>0.8988</c:v>
                </c:pt>
                <c:pt idx="2">
                  <c:v>1.7525</c:v>
                </c:pt>
                <c:pt idx="3">
                  <c:v>2.8737</c:v>
                </c:pt>
                <c:pt idx="4">
                  <c:v>4.0525</c:v>
                </c:pt>
                <c:pt idx="5">
                  <c:v>5.4712</c:v>
                </c:pt>
                <c:pt idx="6">
                  <c:v>7.1725</c:v>
                </c:pt>
                <c:pt idx="7">
                  <c:v>9.355</c:v>
                </c:pt>
                <c:pt idx="8">
                  <c:v>11.6725</c:v>
                </c:pt>
                <c:pt idx="9">
                  <c:v>14.4288</c:v>
                </c:pt>
                <c:pt idx="10">
                  <c:v>17.555</c:v>
                </c:pt>
                <c:pt idx="11">
                  <c:v>21.0413</c:v>
                </c:pt>
                <c:pt idx="12">
                  <c:v>25.0613</c:v>
                </c:pt>
                <c:pt idx="13">
                  <c:v>29.0812</c:v>
                </c:pt>
                <c:pt idx="14">
                  <c:v>33.735</c:v>
                </c:pt>
                <c:pt idx="15">
                  <c:v>38.2688</c:v>
                </c:pt>
                <c:pt idx="16">
                  <c:v>42.9738</c:v>
                </c:pt>
                <c:pt idx="17">
                  <c:v>47.8513</c:v>
                </c:pt>
                <c:pt idx="18">
                  <c:v>53.0</c:v>
                </c:pt>
                <c:pt idx="19">
                  <c:v>58.1762</c:v>
                </c:pt>
                <c:pt idx="20">
                  <c:v>63.5575</c:v>
                </c:pt>
                <c:pt idx="21">
                  <c:v>68.7863</c:v>
                </c:pt>
                <c:pt idx="22">
                  <c:v>73.97</c:v>
                </c:pt>
                <c:pt idx="23">
                  <c:v>79.3362</c:v>
                </c:pt>
                <c:pt idx="24">
                  <c:v>84.805</c:v>
                </c:pt>
                <c:pt idx="25">
                  <c:v>90.1025</c:v>
                </c:pt>
                <c:pt idx="26">
                  <c:v>95.5688</c:v>
                </c:pt>
                <c:pt idx="27">
                  <c:v>101.12</c:v>
                </c:pt>
                <c:pt idx="28">
                  <c:v>106.5325</c:v>
                </c:pt>
                <c:pt idx="29">
                  <c:v>111.9512</c:v>
                </c:pt>
                <c:pt idx="30">
                  <c:v>117.3463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2024Q3 Control</c:v>
                </c:pt>
              </c:strCache>
            </c:strRef>
          </c:tx>
          <c:spPr>
            <a:ln w="19050">
              <a:solidFill>
                <a:srgbClr val="BED2E6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0.38</c:v>
                </c:pt>
                <c:pt idx="1">
                  <c:v>1.05</c:v>
                </c:pt>
                <c:pt idx="2">
                  <c:v>1.705</c:v>
                </c:pt>
                <c:pt idx="3">
                  <c:v>2.3</c:v>
                </c:pt>
                <c:pt idx="4">
                  <c:v>3.04</c:v>
                </c:pt>
                <c:pt idx="5">
                  <c:v>4.095</c:v>
                </c:pt>
                <c:pt idx="6">
                  <c:v>5.515</c:v>
                </c:pt>
                <c:pt idx="7">
                  <c:v>7.11</c:v>
                </c:pt>
                <c:pt idx="8">
                  <c:v>8.87</c:v>
                </c:pt>
                <c:pt idx="9">
                  <c:v>11.035</c:v>
                </c:pt>
                <c:pt idx="10">
                  <c:v>13.51</c:v>
                </c:pt>
                <c:pt idx="11">
                  <c:v>16.26</c:v>
                </c:pt>
                <c:pt idx="12">
                  <c:v>19.045</c:v>
                </c:pt>
                <c:pt idx="13">
                  <c:v>22.18</c:v>
                </c:pt>
                <c:pt idx="14">
                  <c:v>25.37</c:v>
                </c:pt>
                <c:pt idx="15">
                  <c:v>28.77</c:v>
                </c:pt>
                <c:pt idx="16">
                  <c:v>32.27</c:v>
                </c:pt>
                <c:pt idx="17">
                  <c:v>35.975</c:v>
                </c:pt>
                <c:pt idx="18">
                  <c:v>39.675</c:v>
                </c:pt>
                <c:pt idx="19">
                  <c:v>43.635</c:v>
                </c:pt>
                <c:pt idx="20">
                  <c:v>47.59</c:v>
                </c:pt>
                <c:pt idx="21">
                  <c:v>51.52</c:v>
                </c:pt>
                <c:pt idx="22">
                  <c:v>55.6</c:v>
                </c:pt>
                <c:pt idx="23">
                  <c:v>59.8</c:v>
                </c:pt>
                <c:pt idx="24">
                  <c:v>63.92</c:v>
                </c:pt>
                <c:pt idx="25">
                  <c:v>67.98</c:v>
                </c:pt>
                <c:pt idx="26">
                  <c:v>72.08</c:v>
                </c:pt>
                <c:pt idx="27">
                  <c:v>76.205</c:v>
                </c:pt>
                <c:pt idx="28">
                  <c:v>80.29</c:v>
                </c:pt>
                <c:pt idx="29">
                  <c:v>84.295</c:v>
                </c:pt>
                <c:pt idx="30">
                  <c:v>88.415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2024Q4 Action</c:v>
                </c:pt>
              </c:strCache>
            </c:strRef>
          </c:tx>
          <c:spPr>
            <a:ln w="1905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0.41</c:v>
                </c:pt>
                <c:pt idx="1">
                  <c:v>0.8237</c:v>
                </c:pt>
                <c:pt idx="2">
                  <c:v>1.6375</c:v>
                </c:pt>
                <c:pt idx="3">
                  <c:v>2.8075</c:v>
                </c:pt>
                <c:pt idx="4">
                  <c:v>3.88</c:v>
                </c:pt>
                <c:pt idx="5">
                  <c:v>5.48</c:v>
                </c:pt>
                <c:pt idx="6">
                  <c:v>7.44</c:v>
                </c:pt>
                <c:pt idx="7">
                  <c:v>9.7837</c:v>
                </c:pt>
                <c:pt idx="8">
                  <c:v>12.5237</c:v>
                </c:pt>
                <c:pt idx="9">
                  <c:v>15.6787</c:v>
                </c:pt>
                <c:pt idx="10">
                  <c:v>18.9713</c:v>
                </c:pt>
                <c:pt idx="11">
                  <c:v>22.9288</c:v>
                </c:pt>
                <c:pt idx="12">
                  <c:v>27.3487</c:v>
                </c:pt>
                <c:pt idx="13">
                  <c:v>31.9037</c:v>
                </c:pt>
                <c:pt idx="14">
                  <c:v>36.8237</c:v>
                </c:pt>
                <c:pt idx="15">
                  <c:v>41.8237</c:v>
                </c:pt>
                <c:pt idx="16">
                  <c:v>47.3188</c:v>
                </c:pt>
                <c:pt idx="17">
                  <c:v>52.75</c:v>
                </c:pt>
                <c:pt idx="18">
                  <c:v>58.6</c:v>
                </c:pt>
                <c:pt idx="19">
                  <c:v>64.3125</c:v>
                </c:pt>
                <c:pt idx="20">
                  <c:v>70.245</c:v>
                </c:pt>
                <c:pt idx="21">
                  <c:v>76.0975</c:v>
                </c:pt>
                <c:pt idx="22">
                  <c:v>82.3025</c:v>
                </c:pt>
                <c:pt idx="23">
                  <c:v>88.075</c:v>
                </c:pt>
                <c:pt idx="24">
                  <c:v>94.17</c:v>
                </c:pt>
                <c:pt idx="25">
                  <c:v>99.9888</c:v>
                </c:pt>
                <c:pt idx="26">
                  <c:v>105.935</c:v>
                </c:pt>
                <c:pt idx="27">
                  <c:v>112.2775</c:v>
                </c:pt>
                <c:pt idx="28">
                  <c:v>118.51</c:v>
                </c:pt>
                <c:pt idx="29">
                  <c:v>124.3925</c:v>
                </c:pt>
                <c:pt idx="30">
                  <c:v>130.5288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2024Q4 Control</c:v>
                </c:pt>
              </c:strCache>
            </c:strRef>
          </c:tx>
          <c:spPr>
            <a:ln w="19050">
              <a:solidFill>
                <a:srgbClr val="5B9BD5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0.38</c:v>
                </c:pt>
                <c:pt idx="1">
                  <c:v>0.96</c:v>
                </c:pt>
                <c:pt idx="2">
                  <c:v>1.555</c:v>
                </c:pt>
                <c:pt idx="3">
                  <c:v>2.27</c:v>
                </c:pt>
                <c:pt idx="4">
                  <c:v>3.16</c:v>
                </c:pt>
                <c:pt idx="5">
                  <c:v>4.11</c:v>
                </c:pt>
                <c:pt idx="6">
                  <c:v>5.425</c:v>
                </c:pt>
                <c:pt idx="7">
                  <c:v>7.0</c:v>
                </c:pt>
                <c:pt idx="8">
                  <c:v>8.715</c:v>
                </c:pt>
                <c:pt idx="9">
                  <c:v>10.695</c:v>
                </c:pt>
                <c:pt idx="10">
                  <c:v>13.115</c:v>
                </c:pt>
                <c:pt idx="11">
                  <c:v>15.695</c:v>
                </c:pt>
                <c:pt idx="12">
                  <c:v>18.41</c:v>
                </c:pt>
                <c:pt idx="13">
                  <c:v>21.4</c:v>
                </c:pt>
                <c:pt idx="14">
                  <c:v>24.58</c:v>
                </c:pt>
                <c:pt idx="15">
                  <c:v>27.96</c:v>
                </c:pt>
                <c:pt idx="16">
                  <c:v>31.475</c:v>
                </c:pt>
                <c:pt idx="17">
                  <c:v>35.09</c:v>
                </c:pt>
                <c:pt idx="18">
                  <c:v>38.955</c:v>
                </c:pt>
                <c:pt idx="19">
                  <c:v>42.825</c:v>
                </c:pt>
                <c:pt idx="20">
                  <c:v>46.805</c:v>
                </c:pt>
                <c:pt idx="21">
                  <c:v>50.575</c:v>
                </c:pt>
                <c:pt idx="22">
                  <c:v>54.53</c:v>
                </c:pt>
                <c:pt idx="23">
                  <c:v>58.6</c:v>
                </c:pt>
                <c:pt idx="24">
                  <c:v>62.655</c:v>
                </c:pt>
                <c:pt idx="25">
                  <c:v>66.61</c:v>
                </c:pt>
                <c:pt idx="26">
                  <c:v>70.575</c:v>
                </c:pt>
                <c:pt idx="27">
                  <c:v>74.685</c:v>
                </c:pt>
                <c:pt idx="28">
                  <c:v>78.71</c:v>
                </c:pt>
                <c:pt idx="29">
                  <c:v>82.81</c:v>
                </c:pt>
                <c:pt idx="30">
                  <c:v>86.875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2025Q1 Action</c:v>
                </c:pt>
              </c:strCache>
            </c:strRef>
          </c:tx>
          <c:spPr>
            <a:ln w="19050">
              <a:solidFill>
                <a:srgbClr val="006AC6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0.4925</c:v>
                </c:pt>
                <c:pt idx="1">
                  <c:v>1.0063</c:v>
                </c:pt>
                <c:pt idx="2">
                  <c:v>1.9738</c:v>
                </c:pt>
                <c:pt idx="3">
                  <c:v>3.005</c:v>
                </c:pt>
                <c:pt idx="4">
                  <c:v>4.3687</c:v>
                </c:pt>
                <c:pt idx="5">
                  <c:v>5.7838</c:v>
                </c:pt>
                <c:pt idx="6">
                  <c:v>7.5088</c:v>
                </c:pt>
                <c:pt idx="7">
                  <c:v>9.6037</c:v>
                </c:pt>
                <c:pt idx="8">
                  <c:v>12.005</c:v>
                </c:pt>
                <c:pt idx="9">
                  <c:v>14.965</c:v>
                </c:pt>
                <c:pt idx="10">
                  <c:v>18.3113</c:v>
                </c:pt>
                <c:pt idx="11">
                  <c:v>21.885</c:v>
                </c:pt>
                <c:pt idx="12">
                  <c:v>25.8263</c:v>
                </c:pt>
                <c:pt idx="13">
                  <c:v>30.1588</c:v>
                </c:pt>
                <c:pt idx="14">
                  <c:v>34.635</c:v>
                </c:pt>
                <c:pt idx="15">
                  <c:v>39.385</c:v>
                </c:pt>
                <c:pt idx="16">
                  <c:v>44.5575</c:v>
                </c:pt>
                <c:pt idx="17">
                  <c:v>49.6262</c:v>
                </c:pt>
                <c:pt idx="18">
                  <c:v>54.8525</c:v>
                </c:pt>
                <c:pt idx="19">
                  <c:v>60.5325</c:v>
                </c:pt>
                <c:pt idx="20">
                  <c:v>65.7613</c:v>
                </c:pt>
                <c:pt idx="21">
                  <c:v>71.1638</c:v>
                </c:pt>
                <c:pt idx="22">
                  <c:v>76.9613</c:v>
                </c:pt>
                <c:pt idx="23">
                  <c:v>82.545</c:v>
                </c:pt>
                <c:pt idx="24">
                  <c:v>88.2638</c:v>
                </c:pt>
                <c:pt idx="25">
                  <c:v>94.1937</c:v>
                </c:pt>
                <c:pt idx="26">
                  <c:v>99.815</c:v>
                </c:pt>
                <c:pt idx="27">
                  <c:v>105.465</c:v>
                </c:pt>
                <c:pt idx="28">
                  <c:v>111.2413</c:v>
                </c:pt>
                <c:pt idx="29">
                  <c:v>116.97</c:v>
                </c:pt>
                <c:pt idx="30">
                  <c:v>122.6538</c:v>
                </c:pt>
              </c:numCache>
            </c:numRef>
          </c:val>
          <c:smooth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2025Q1 Control</c:v>
                </c:pt>
              </c:strCache>
            </c:strRef>
          </c:tx>
          <c:spPr>
            <a:ln w="19050">
              <a:solidFill>
                <a:srgbClr val="006AC6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0.235</c:v>
                </c:pt>
                <c:pt idx="1">
                  <c:v>0.715</c:v>
                </c:pt>
                <c:pt idx="2">
                  <c:v>1.34</c:v>
                </c:pt>
                <c:pt idx="3">
                  <c:v>2.025</c:v>
                </c:pt>
                <c:pt idx="4">
                  <c:v>2.875</c:v>
                </c:pt>
                <c:pt idx="5">
                  <c:v>3.985</c:v>
                </c:pt>
                <c:pt idx="6">
                  <c:v>5.23</c:v>
                </c:pt>
                <c:pt idx="7">
                  <c:v>6.745</c:v>
                </c:pt>
                <c:pt idx="8">
                  <c:v>8.545</c:v>
                </c:pt>
                <c:pt idx="9">
                  <c:v>10.75</c:v>
                </c:pt>
                <c:pt idx="10">
                  <c:v>13.105</c:v>
                </c:pt>
                <c:pt idx="11">
                  <c:v>15.725</c:v>
                </c:pt>
                <c:pt idx="12">
                  <c:v>18.585</c:v>
                </c:pt>
                <c:pt idx="13">
                  <c:v>21.655</c:v>
                </c:pt>
                <c:pt idx="14">
                  <c:v>24.875</c:v>
                </c:pt>
                <c:pt idx="15">
                  <c:v>28.265</c:v>
                </c:pt>
                <c:pt idx="16">
                  <c:v>31.95</c:v>
                </c:pt>
                <c:pt idx="17">
                  <c:v>35.63</c:v>
                </c:pt>
                <c:pt idx="18">
                  <c:v>39.46</c:v>
                </c:pt>
                <c:pt idx="19">
                  <c:v>43.32</c:v>
                </c:pt>
                <c:pt idx="20">
                  <c:v>47.17</c:v>
                </c:pt>
                <c:pt idx="21">
                  <c:v>51.135</c:v>
                </c:pt>
                <c:pt idx="22">
                  <c:v>55.295</c:v>
                </c:pt>
                <c:pt idx="23">
                  <c:v>59.335</c:v>
                </c:pt>
                <c:pt idx="24">
                  <c:v>63.375</c:v>
                </c:pt>
                <c:pt idx="25">
                  <c:v>67.45</c:v>
                </c:pt>
                <c:pt idx="26">
                  <c:v>71.545</c:v>
                </c:pt>
                <c:pt idx="27">
                  <c:v>75.7</c:v>
                </c:pt>
                <c:pt idx="28">
                  <c:v>79.81</c:v>
                </c:pt>
                <c:pt idx="29">
                  <c:v>83.95</c:v>
                </c:pt>
                <c:pt idx="30">
                  <c:v>88.065</c:v>
                </c:pt>
              </c:numCache>
            </c:numRef>
          </c:val>
          <c:smooth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2025Q2 Action</c:v>
                </c:pt>
              </c:strCache>
            </c:strRef>
          </c:tx>
          <c:spPr>
            <a:ln w="19050">
              <a:solidFill>
                <a:srgbClr val="003168"/>
              </a:solidFill>
              <a:prstDash val="solid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Sheet1!$H$2:$H$32</c:f>
              <c:numCache>
                <c:formatCode>General</c:formatCode>
                <c:ptCount val="31"/>
                <c:pt idx="0">
                  <c:v>0.5275</c:v>
                </c:pt>
                <c:pt idx="1">
                  <c:v>1.1775</c:v>
                </c:pt>
                <c:pt idx="2">
                  <c:v>2.0425</c:v>
                </c:pt>
                <c:pt idx="3">
                  <c:v>3.0225</c:v>
                </c:pt>
                <c:pt idx="4">
                  <c:v>4.3963</c:v>
                </c:pt>
                <c:pt idx="5">
                  <c:v>5.9625</c:v>
                </c:pt>
                <c:pt idx="6">
                  <c:v>7.9675</c:v>
                </c:pt>
                <c:pt idx="7">
                  <c:v>10.14</c:v>
                </c:pt>
                <c:pt idx="8">
                  <c:v>12.7325</c:v>
                </c:pt>
                <c:pt idx="9">
                  <c:v>15.6037</c:v>
                </c:pt>
                <c:pt idx="10">
                  <c:v>18.9475</c:v>
                </c:pt>
                <c:pt idx="11">
                  <c:v>22.7637</c:v>
                </c:pt>
                <c:pt idx="12">
                  <c:v>26.7937</c:v>
                </c:pt>
                <c:pt idx="13">
                  <c:v>31.3613</c:v>
                </c:pt>
                <c:pt idx="14">
                  <c:v>36.0362</c:v>
                </c:pt>
                <c:pt idx="15">
                  <c:v>41.135</c:v>
                </c:pt>
                <c:pt idx="16">
                  <c:v>46.1238</c:v>
                </c:pt>
                <c:pt idx="17">
                  <c:v>51.3687</c:v>
                </c:pt>
                <c:pt idx="18">
                  <c:v>56.7225</c:v>
                </c:pt>
                <c:pt idx="19">
                  <c:v>62.3612</c:v>
                </c:pt>
                <c:pt idx="20">
                  <c:v>68.0412</c:v>
                </c:pt>
                <c:pt idx="21">
                  <c:v>73.7037</c:v>
                </c:pt>
                <c:pt idx="22">
                  <c:v>79.3738</c:v>
                </c:pt>
                <c:pt idx="23">
                  <c:v>85.1363</c:v>
                </c:pt>
                <c:pt idx="24">
                  <c:v>91.0187</c:v>
                </c:pt>
                <c:pt idx="25">
                  <c:v>96.9387</c:v>
                </c:pt>
                <c:pt idx="26">
                  <c:v>102.7725</c:v>
                </c:pt>
                <c:pt idx="27">
                  <c:v>108.575</c:v>
                </c:pt>
                <c:pt idx="28">
                  <c:v>114.4525</c:v>
                </c:pt>
                <c:pt idx="29">
                  <c:v>120.3425</c:v>
                </c:pt>
                <c:pt idx="30">
                  <c:v>126.2538</c:v>
                </c:pt>
              </c:numCache>
            </c:numRef>
          </c:val>
          <c:smooth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2025Q2 Control</c:v>
                </c:pt>
              </c:strCache>
            </c:strRef>
          </c:tx>
          <c:spPr>
            <a:ln w="19050">
              <a:solidFill>
                <a:srgbClr val="003168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Sheet1!$I$2:$I$32</c:f>
              <c:numCache>
                <c:formatCode>General</c:formatCode>
                <c:ptCount val="31"/>
                <c:pt idx="0">
                  <c:v>0.48</c:v>
                </c:pt>
                <c:pt idx="1">
                  <c:v>0.86</c:v>
                </c:pt>
                <c:pt idx="2">
                  <c:v>1.53</c:v>
                </c:pt>
                <c:pt idx="3">
                  <c:v>2.33</c:v>
                </c:pt>
                <c:pt idx="4">
                  <c:v>3.26</c:v>
                </c:pt>
                <c:pt idx="5">
                  <c:v>4.46</c:v>
                </c:pt>
                <c:pt idx="6">
                  <c:v>5.775</c:v>
                </c:pt>
                <c:pt idx="7">
                  <c:v>7.265</c:v>
                </c:pt>
                <c:pt idx="8">
                  <c:v>9.0</c:v>
                </c:pt>
                <c:pt idx="9">
                  <c:v>10.995</c:v>
                </c:pt>
                <c:pt idx="10">
                  <c:v>13.385</c:v>
                </c:pt>
                <c:pt idx="11">
                  <c:v>15.85</c:v>
                </c:pt>
                <c:pt idx="12">
                  <c:v>18.565</c:v>
                </c:pt>
                <c:pt idx="13">
                  <c:v>21.74</c:v>
                </c:pt>
                <c:pt idx="14">
                  <c:v>25.07</c:v>
                </c:pt>
                <c:pt idx="15">
                  <c:v>28.515</c:v>
                </c:pt>
                <c:pt idx="16">
                  <c:v>32.145</c:v>
                </c:pt>
                <c:pt idx="17">
                  <c:v>35.875</c:v>
                </c:pt>
                <c:pt idx="18">
                  <c:v>39.62</c:v>
                </c:pt>
                <c:pt idx="19">
                  <c:v>43.335</c:v>
                </c:pt>
                <c:pt idx="20">
                  <c:v>47.335</c:v>
                </c:pt>
                <c:pt idx="21">
                  <c:v>51.315</c:v>
                </c:pt>
                <c:pt idx="22">
                  <c:v>55.18</c:v>
                </c:pt>
                <c:pt idx="23">
                  <c:v>59.2</c:v>
                </c:pt>
                <c:pt idx="24">
                  <c:v>63.19</c:v>
                </c:pt>
                <c:pt idx="25">
                  <c:v>67.225</c:v>
                </c:pt>
                <c:pt idx="26">
                  <c:v>71.255</c:v>
                </c:pt>
                <c:pt idx="27">
                  <c:v>75.37</c:v>
                </c:pt>
                <c:pt idx="28">
                  <c:v>79.43</c:v>
                </c:pt>
                <c:pt idx="29">
                  <c:v>83.42</c:v>
                </c:pt>
                <c:pt idx="30">
                  <c:v>87.56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Days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2D2D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Cumulative Success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168"/>
                </a:solidFill>
              </a:defRPr>
            </a:pPr>
            <a:r>
              <a:t>VVD v2 — Vintage Curve Analysis</a:t>
            </a:r>
          </a:p>
          <a:p>
            <a:pPr algn="l">
              <a:defRPr sz="2000">
                <a:solidFill>
                  <a:srgbClr val="646464"/>
                </a:solidFill>
              </a:defRPr>
            </a:pPr>
            <a:r>
              <a:t>Campaign Performance by Cohort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168"/>
                </a:solidFill>
              </a:defRPr>
            </a:pPr>
            <a:r>
              <a:t>VCN — Contextual Notification | Card Acquisition | +0.18pp ***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168"/>
                </a:solidFill>
              </a:defRPr>
            </a:pPr>
            <a:r>
              <a:t>VDA — Seasonal Acquisition | Card Acquisition | +0.31pp ***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168"/>
                </a:solidFill>
              </a:defRPr>
            </a:pPr>
            <a:r>
              <a:t>VDT — Activation Trigger | Card Activation | +4.65pp ***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168"/>
                </a:solidFill>
              </a:defRPr>
            </a:pPr>
            <a:r>
              <a:t>VUI — Usage Trigger | Card Usage | +0.78pp n.s.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168"/>
                </a:solidFill>
              </a:defRPr>
            </a:pPr>
            <a:r>
              <a:t>VUT — Tokenization | Wallet Provisioning | +0.02pp n.s.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168"/>
                </a:solidFill>
              </a:defRPr>
            </a:pPr>
            <a:r>
              <a:t>VAW — Add To Wallet | Wallet Provisioning | +2.62pp ***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