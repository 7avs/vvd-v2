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0.0465</c:v>
                </c:pt>
                <c:pt idx="1">
                  <c:v>0.0979</c:v>
                </c:pt>
                <c:pt idx="2">
                  <c:v>0.1632</c:v>
                </c:pt>
                <c:pt idx="3">
                  <c:v>0.2236</c:v>
                </c:pt>
                <c:pt idx="4">
                  <c:v>0.2731</c:v>
                </c:pt>
                <c:pt idx="5">
                  <c:v>0.3495</c:v>
                </c:pt>
                <c:pt idx="6">
                  <c:v>0.4246</c:v>
                </c:pt>
                <c:pt idx="7">
                  <c:v>0.5066</c:v>
                </c:pt>
                <c:pt idx="8">
                  <c:v>0.5993</c:v>
                </c:pt>
                <c:pt idx="9">
                  <c:v>0.7003</c:v>
                </c:pt>
                <c:pt idx="10">
                  <c:v>0.8197</c:v>
                </c:pt>
                <c:pt idx="11">
                  <c:v>0.9412</c:v>
                </c:pt>
                <c:pt idx="12">
                  <c:v>1.0646</c:v>
                </c:pt>
                <c:pt idx="13">
                  <c:v>1.1868</c:v>
                </c:pt>
                <c:pt idx="14">
                  <c:v>1.3151</c:v>
                </c:pt>
                <c:pt idx="15">
                  <c:v>1.468</c:v>
                </c:pt>
                <c:pt idx="16">
                  <c:v>1.6434</c:v>
                </c:pt>
                <c:pt idx="17">
                  <c:v>1.8143</c:v>
                </c:pt>
                <c:pt idx="18">
                  <c:v>1.9947</c:v>
                </c:pt>
                <c:pt idx="19">
                  <c:v>2.1938</c:v>
                </c:pt>
                <c:pt idx="20">
                  <c:v>2.3813</c:v>
                </c:pt>
                <c:pt idx="21">
                  <c:v>2.5942</c:v>
                </c:pt>
                <c:pt idx="22">
                  <c:v>2.8287</c:v>
                </c:pt>
                <c:pt idx="23">
                  <c:v>3.0802</c:v>
                </c:pt>
                <c:pt idx="24">
                  <c:v>3.3312</c:v>
                </c:pt>
                <c:pt idx="25">
                  <c:v>3.6025</c:v>
                </c:pt>
                <c:pt idx="26">
                  <c:v>3.8851</c:v>
                </c:pt>
                <c:pt idx="27">
                  <c:v>4.187</c:v>
                </c:pt>
                <c:pt idx="28">
                  <c:v>4.4796</c:v>
                </c:pt>
                <c:pt idx="29">
                  <c:v>4.8051</c:v>
                </c:pt>
                <c:pt idx="30">
                  <c:v>5.119</c:v>
                </c:pt>
                <c:pt idx="31">
                  <c:v>5.4327</c:v>
                </c:pt>
                <c:pt idx="32">
                  <c:v>5.7824</c:v>
                </c:pt>
                <c:pt idx="33">
                  <c:v>6.1407</c:v>
                </c:pt>
                <c:pt idx="34">
                  <c:v>6.532</c:v>
                </c:pt>
                <c:pt idx="35">
                  <c:v>6.9324</c:v>
                </c:pt>
                <c:pt idx="36">
                  <c:v>7.3222</c:v>
                </c:pt>
                <c:pt idx="37">
                  <c:v>7.747</c:v>
                </c:pt>
                <c:pt idx="38">
                  <c:v>8.1608</c:v>
                </c:pt>
                <c:pt idx="39">
                  <c:v>8.5956</c:v>
                </c:pt>
                <c:pt idx="40">
                  <c:v>9.0376</c:v>
                </c:pt>
                <c:pt idx="41">
                  <c:v>9.4936</c:v>
                </c:pt>
                <c:pt idx="42">
                  <c:v>9.9666</c:v>
                </c:pt>
                <c:pt idx="43">
                  <c:v>10.4459</c:v>
                </c:pt>
                <c:pt idx="44">
                  <c:v>10.9298</c:v>
                </c:pt>
                <c:pt idx="45">
                  <c:v>11.4248</c:v>
                </c:pt>
                <c:pt idx="46">
                  <c:v>11.9248</c:v>
                </c:pt>
                <c:pt idx="47">
                  <c:v>12.4185</c:v>
                </c:pt>
                <c:pt idx="48">
                  <c:v>12.9173</c:v>
                </c:pt>
                <c:pt idx="49">
                  <c:v>13.4249</c:v>
                </c:pt>
                <c:pt idx="50">
                  <c:v>13.9492</c:v>
                </c:pt>
                <c:pt idx="51">
                  <c:v>14.4699</c:v>
                </c:pt>
                <c:pt idx="52">
                  <c:v>15.0256</c:v>
                </c:pt>
                <c:pt idx="53">
                  <c:v>15.5488</c:v>
                </c:pt>
                <c:pt idx="54">
                  <c:v>16.073</c:v>
                </c:pt>
                <c:pt idx="55">
                  <c:v>16.6228</c:v>
                </c:pt>
                <c:pt idx="56">
                  <c:v>17.1839</c:v>
                </c:pt>
                <c:pt idx="57">
                  <c:v>17.7374</c:v>
                </c:pt>
                <c:pt idx="58">
                  <c:v>18.2978</c:v>
                </c:pt>
                <c:pt idx="59">
                  <c:v>18.8679</c:v>
                </c:pt>
                <c:pt idx="60">
                  <c:v>19.4229</c:v>
                </c:pt>
                <c:pt idx="61">
                  <c:v>19.9648</c:v>
                </c:pt>
                <c:pt idx="62">
                  <c:v>20.5192</c:v>
                </c:pt>
                <c:pt idx="63">
                  <c:v>21.093</c:v>
                </c:pt>
                <c:pt idx="64">
                  <c:v>21.6408</c:v>
                </c:pt>
                <c:pt idx="65">
                  <c:v>22.2075</c:v>
                </c:pt>
                <c:pt idx="66">
                  <c:v>22.7783</c:v>
                </c:pt>
                <c:pt idx="67">
                  <c:v>23.344</c:v>
                </c:pt>
                <c:pt idx="68">
                  <c:v>23.9232</c:v>
                </c:pt>
                <c:pt idx="69">
                  <c:v>24.502</c:v>
                </c:pt>
                <c:pt idx="70">
                  <c:v>25.1022</c:v>
                </c:pt>
                <c:pt idx="71">
                  <c:v>25.6836</c:v>
                </c:pt>
                <c:pt idx="72">
                  <c:v>26.2515</c:v>
                </c:pt>
                <c:pt idx="73">
                  <c:v>26.8209</c:v>
                </c:pt>
                <c:pt idx="74">
                  <c:v>27.3881</c:v>
                </c:pt>
                <c:pt idx="75">
                  <c:v>27.9769</c:v>
                </c:pt>
                <c:pt idx="76">
                  <c:v>28.5485</c:v>
                </c:pt>
                <c:pt idx="77">
                  <c:v>29.1266</c:v>
                </c:pt>
                <c:pt idx="78">
                  <c:v>29.7148</c:v>
                </c:pt>
                <c:pt idx="79">
                  <c:v>30.2862</c:v>
                </c:pt>
                <c:pt idx="80">
                  <c:v>30.8632</c:v>
                </c:pt>
                <c:pt idx="81">
                  <c:v>31.4224</c:v>
                </c:pt>
                <c:pt idx="82">
                  <c:v>31.9911</c:v>
                </c:pt>
                <c:pt idx="83">
                  <c:v>32.566</c:v>
                </c:pt>
                <c:pt idx="84">
                  <c:v>33.153</c:v>
                </c:pt>
                <c:pt idx="85">
                  <c:v>33.7493</c:v>
                </c:pt>
                <c:pt idx="86">
                  <c:v>34.3316</c:v>
                </c:pt>
                <c:pt idx="87">
                  <c:v>34.9174</c:v>
                </c:pt>
                <c:pt idx="88">
                  <c:v>35.5025</c:v>
                </c:pt>
                <c:pt idx="89">
                  <c:v>36.0985</c:v>
                </c:pt>
                <c:pt idx="90">
                  <c:v>36.6925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0.0234</c:v>
                </c:pt>
                <c:pt idx="1">
                  <c:v>0.0634</c:v>
                </c:pt>
                <c:pt idx="2">
                  <c:v>0.1035</c:v>
                </c:pt>
                <c:pt idx="3">
                  <c:v>0.1535</c:v>
                </c:pt>
                <c:pt idx="4">
                  <c:v>0.1969</c:v>
                </c:pt>
                <c:pt idx="5">
                  <c:v>0.2603</c:v>
                </c:pt>
                <c:pt idx="6">
                  <c:v>0.3104</c:v>
                </c:pt>
                <c:pt idx="7">
                  <c:v>0.3771</c:v>
                </c:pt>
                <c:pt idx="8">
                  <c:v>0.4372</c:v>
                </c:pt>
                <c:pt idx="9">
                  <c:v>0.4972</c:v>
                </c:pt>
                <c:pt idx="10">
                  <c:v>0.5573</c:v>
                </c:pt>
                <c:pt idx="11">
                  <c:v>0.6307</c:v>
                </c:pt>
                <c:pt idx="12">
                  <c:v>0.7242</c:v>
                </c:pt>
                <c:pt idx="13">
                  <c:v>0.8176</c:v>
                </c:pt>
                <c:pt idx="14">
                  <c:v>0.9144</c:v>
                </c:pt>
                <c:pt idx="15">
                  <c:v>0.9945</c:v>
                </c:pt>
                <c:pt idx="16">
                  <c:v>1.1079</c:v>
                </c:pt>
                <c:pt idx="17">
                  <c:v>1.2247</c:v>
                </c:pt>
                <c:pt idx="18">
                  <c:v>1.3415</c:v>
                </c:pt>
                <c:pt idx="19">
                  <c:v>1.465</c:v>
                </c:pt>
                <c:pt idx="20">
                  <c:v>1.6018</c:v>
                </c:pt>
                <c:pt idx="21">
                  <c:v>1.7587</c:v>
                </c:pt>
                <c:pt idx="22">
                  <c:v>1.9022</c:v>
                </c:pt>
                <c:pt idx="23">
                  <c:v>2.059</c:v>
                </c:pt>
                <c:pt idx="24">
                  <c:v>2.2392</c:v>
                </c:pt>
                <c:pt idx="25">
                  <c:v>2.4127</c:v>
                </c:pt>
                <c:pt idx="26">
                  <c:v>2.5963</c:v>
                </c:pt>
                <c:pt idx="27">
                  <c:v>2.7932</c:v>
                </c:pt>
                <c:pt idx="28">
                  <c:v>2.9867</c:v>
                </c:pt>
                <c:pt idx="29">
                  <c:v>3.2003</c:v>
                </c:pt>
                <c:pt idx="30">
                  <c:v>3.4139</c:v>
                </c:pt>
                <c:pt idx="31">
                  <c:v>3.6508</c:v>
                </c:pt>
                <c:pt idx="32">
                  <c:v>3.8911</c:v>
                </c:pt>
                <c:pt idx="33">
                  <c:v>4.158</c:v>
                </c:pt>
                <c:pt idx="34">
                  <c:v>4.415</c:v>
                </c:pt>
                <c:pt idx="35">
                  <c:v>4.6886</c:v>
                </c:pt>
                <c:pt idx="36">
                  <c:v>4.9489</c:v>
                </c:pt>
                <c:pt idx="37">
                  <c:v>5.2259</c:v>
                </c:pt>
                <c:pt idx="38">
                  <c:v>5.5129</c:v>
                </c:pt>
                <c:pt idx="39">
                  <c:v>5.8199</c:v>
                </c:pt>
                <c:pt idx="40">
                  <c:v>6.1069</c:v>
                </c:pt>
                <c:pt idx="41">
                  <c:v>6.4206</c:v>
                </c:pt>
                <c:pt idx="42">
                  <c:v>6.7376</c:v>
                </c:pt>
                <c:pt idx="43">
                  <c:v>7.068</c:v>
                </c:pt>
                <c:pt idx="44">
                  <c:v>7.395</c:v>
                </c:pt>
                <c:pt idx="45">
                  <c:v>7.7221</c:v>
                </c:pt>
                <c:pt idx="46">
                  <c:v>8.0491</c:v>
                </c:pt>
                <c:pt idx="47">
                  <c:v>8.3762</c:v>
                </c:pt>
                <c:pt idx="48">
                  <c:v>8.7199</c:v>
                </c:pt>
                <c:pt idx="49">
                  <c:v>9.0636</c:v>
                </c:pt>
                <c:pt idx="50">
                  <c:v>9.4274</c:v>
                </c:pt>
                <c:pt idx="51">
                  <c:v>9.7744</c:v>
                </c:pt>
                <c:pt idx="52">
                  <c:v>10.1315</c:v>
                </c:pt>
                <c:pt idx="53">
                  <c:v>10.4785</c:v>
                </c:pt>
                <c:pt idx="54">
                  <c:v>10.8356</c:v>
                </c:pt>
                <c:pt idx="55">
                  <c:v>11.2027</c:v>
                </c:pt>
                <c:pt idx="56">
                  <c:v>11.5765</c:v>
                </c:pt>
                <c:pt idx="57">
                  <c:v>11.9569</c:v>
                </c:pt>
                <c:pt idx="58">
                  <c:v>12.3273</c:v>
                </c:pt>
                <c:pt idx="59">
                  <c:v>12.691</c:v>
                </c:pt>
                <c:pt idx="60">
                  <c:v>13.0681</c:v>
                </c:pt>
                <c:pt idx="61">
                  <c:v>13.4486</c:v>
                </c:pt>
                <c:pt idx="62">
                  <c:v>13.829</c:v>
                </c:pt>
                <c:pt idx="63">
                  <c:v>14.2028</c:v>
                </c:pt>
                <c:pt idx="64">
                  <c:v>14.5899</c:v>
                </c:pt>
                <c:pt idx="65">
                  <c:v>14.9703</c:v>
                </c:pt>
                <c:pt idx="66">
                  <c:v>15.3574</c:v>
                </c:pt>
                <c:pt idx="67">
                  <c:v>15.7512</c:v>
                </c:pt>
                <c:pt idx="68">
                  <c:v>16.1383</c:v>
                </c:pt>
                <c:pt idx="69">
                  <c:v>16.5254</c:v>
                </c:pt>
                <c:pt idx="70">
                  <c:v>16.9292</c:v>
                </c:pt>
                <c:pt idx="71">
                  <c:v>17.3163</c:v>
                </c:pt>
                <c:pt idx="72">
                  <c:v>17.7001</c:v>
                </c:pt>
                <c:pt idx="73">
                  <c:v>18.0872</c:v>
                </c:pt>
                <c:pt idx="74">
                  <c:v>18.4876</c:v>
                </c:pt>
                <c:pt idx="75">
                  <c:v>18.8781</c:v>
                </c:pt>
                <c:pt idx="76">
                  <c:v>19.2718</c:v>
                </c:pt>
                <c:pt idx="77">
                  <c:v>19.669</c:v>
                </c:pt>
                <c:pt idx="78">
                  <c:v>20.0527</c:v>
                </c:pt>
                <c:pt idx="79">
                  <c:v>20.4298</c:v>
                </c:pt>
                <c:pt idx="80">
                  <c:v>20.8236</c:v>
                </c:pt>
                <c:pt idx="81">
                  <c:v>21.2174</c:v>
                </c:pt>
                <c:pt idx="82">
                  <c:v>21.6045</c:v>
                </c:pt>
                <c:pt idx="83">
                  <c:v>22.0016</c:v>
                </c:pt>
                <c:pt idx="84">
                  <c:v>22.3987</c:v>
                </c:pt>
                <c:pt idx="85">
                  <c:v>22.7825</c:v>
                </c:pt>
                <c:pt idx="86">
                  <c:v>23.1796</c:v>
                </c:pt>
                <c:pt idx="87">
                  <c:v>23.57</c:v>
                </c:pt>
                <c:pt idx="88">
                  <c:v>23.9505</c:v>
                </c:pt>
                <c:pt idx="89">
                  <c:v>24.3476</c:v>
                </c:pt>
                <c:pt idx="90">
                  <c:v>24.738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Sheet1!$D$2:$D$92</c:f>
              <c:numCache>
                <c:formatCode>General</c:formatCode>
                <c:ptCount val="91"/>
                <c:pt idx="0">
                  <c:v>0.0532</c:v>
                </c:pt>
                <c:pt idx="1">
                  <c:v>0.1099</c:v>
                </c:pt>
                <c:pt idx="2">
                  <c:v>0.1588</c:v>
                </c:pt>
                <c:pt idx="3">
                  <c:v>0.2234</c:v>
                </c:pt>
                <c:pt idx="4">
                  <c:v>0.2998</c:v>
                </c:pt>
                <c:pt idx="5">
                  <c:v>0.3621</c:v>
                </c:pt>
                <c:pt idx="6">
                  <c:v>0.4424</c:v>
                </c:pt>
                <c:pt idx="7">
                  <c:v>0.5245</c:v>
                </c:pt>
                <c:pt idx="8">
                  <c:v>0.6388</c:v>
                </c:pt>
                <c:pt idx="9">
                  <c:v>0.713</c:v>
                </c:pt>
                <c:pt idx="10">
                  <c:v>0.8236</c:v>
                </c:pt>
                <c:pt idx="11">
                  <c:v>0.9305</c:v>
                </c:pt>
                <c:pt idx="12">
                  <c:v>1.0478</c:v>
                </c:pt>
                <c:pt idx="13">
                  <c:v>1.1962</c:v>
                </c:pt>
                <c:pt idx="14">
                  <c:v>1.3321</c:v>
                </c:pt>
                <c:pt idx="15">
                  <c:v>1.5029</c:v>
                </c:pt>
                <c:pt idx="16">
                  <c:v>1.653</c:v>
                </c:pt>
                <c:pt idx="17">
                  <c:v>1.8225</c:v>
                </c:pt>
                <c:pt idx="18">
                  <c:v>1.9929</c:v>
                </c:pt>
                <c:pt idx="19">
                  <c:v>2.172</c:v>
                </c:pt>
                <c:pt idx="20">
                  <c:v>2.371</c:v>
                </c:pt>
                <c:pt idx="21">
                  <c:v>2.5778</c:v>
                </c:pt>
                <c:pt idx="22">
                  <c:v>2.8019</c:v>
                </c:pt>
                <c:pt idx="23">
                  <c:v>3.0118</c:v>
                </c:pt>
                <c:pt idx="24">
                  <c:v>3.2808</c:v>
                </c:pt>
                <c:pt idx="25">
                  <c:v>3.5377</c:v>
                </c:pt>
                <c:pt idx="26">
                  <c:v>3.8288</c:v>
                </c:pt>
                <c:pt idx="27">
                  <c:v>4.1013</c:v>
                </c:pt>
                <c:pt idx="28">
                  <c:v>4.4012</c:v>
                </c:pt>
                <c:pt idx="29">
                  <c:v>4.7462</c:v>
                </c:pt>
                <c:pt idx="30">
                  <c:v>5.0579</c:v>
                </c:pt>
                <c:pt idx="31">
                  <c:v>5.3747</c:v>
                </c:pt>
                <c:pt idx="32">
                  <c:v>5.7144</c:v>
                </c:pt>
                <c:pt idx="33">
                  <c:v>6.0778</c:v>
                </c:pt>
                <c:pt idx="34">
                  <c:v>6.4552</c:v>
                </c:pt>
                <c:pt idx="35">
                  <c:v>6.8506</c:v>
                </c:pt>
                <c:pt idx="36">
                  <c:v>7.2395</c:v>
                </c:pt>
                <c:pt idx="37">
                  <c:v>7.6237</c:v>
                </c:pt>
                <c:pt idx="38">
                  <c:v>8.0313</c:v>
                </c:pt>
                <c:pt idx="39">
                  <c:v>8.468</c:v>
                </c:pt>
                <c:pt idx="40">
                  <c:v>8.9052</c:v>
                </c:pt>
                <c:pt idx="41">
                  <c:v>9.3237</c:v>
                </c:pt>
                <c:pt idx="42">
                  <c:v>9.7727</c:v>
                </c:pt>
                <c:pt idx="43">
                  <c:v>10.2461</c:v>
                </c:pt>
                <c:pt idx="44">
                  <c:v>10.7356</c:v>
                </c:pt>
                <c:pt idx="45">
                  <c:v>11.2145</c:v>
                </c:pt>
                <c:pt idx="46">
                  <c:v>11.6975</c:v>
                </c:pt>
                <c:pt idx="47">
                  <c:v>12.1692</c:v>
                </c:pt>
                <c:pt idx="48">
                  <c:v>12.6515</c:v>
                </c:pt>
                <c:pt idx="49">
                  <c:v>13.1494</c:v>
                </c:pt>
                <c:pt idx="50">
                  <c:v>13.6579</c:v>
                </c:pt>
                <c:pt idx="51">
                  <c:v>14.1722</c:v>
                </c:pt>
                <c:pt idx="52">
                  <c:v>14.6792</c:v>
                </c:pt>
                <c:pt idx="53">
                  <c:v>15.1829</c:v>
                </c:pt>
                <c:pt idx="54">
                  <c:v>15.6947</c:v>
                </c:pt>
                <c:pt idx="55">
                  <c:v>16.2059</c:v>
                </c:pt>
                <c:pt idx="56">
                  <c:v>16.741</c:v>
                </c:pt>
                <c:pt idx="57">
                  <c:v>17.2458</c:v>
                </c:pt>
                <c:pt idx="58">
                  <c:v>17.776</c:v>
                </c:pt>
                <c:pt idx="59">
                  <c:v>18.3179</c:v>
                </c:pt>
                <c:pt idx="60">
                  <c:v>18.8744</c:v>
                </c:pt>
                <c:pt idx="61">
                  <c:v>19.4168</c:v>
                </c:pt>
                <c:pt idx="62">
                  <c:v>19.972</c:v>
                </c:pt>
                <c:pt idx="63">
                  <c:v>20.5131</c:v>
                </c:pt>
                <c:pt idx="64">
                  <c:v>21.052</c:v>
                </c:pt>
                <c:pt idx="65">
                  <c:v>21.5936</c:v>
                </c:pt>
                <c:pt idx="66">
                  <c:v>22.1617</c:v>
                </c:pt>
                <c:pt idx="67">
                  <c:v>22.7251</c:v>
                </c:pt>
                <c:pt idx="68">
                  <c:v>23.2842</c:v>
                </c:pt>
                <c:pt idx="69">
                  <c:v>23.8767</c:v>
                </c:pt>
                <c:pt idx="70">
                  <c:v>24.432</c:v>
                </c:pt>
                <c:pt idx="71">
                  <c:v>24.9959</c:v>
                </c:pt>
                <c:pt idx="72">
                  <c:v>25.5572</c:v>
                </c:pt>
                <c:pt idx="73">
                  <c:v>26.1131</c:v>
                </c:pt>
                <c:pt idx="74">
                  <c:v>26.6987</c:v>
                </c:pt>
                <c:pt idx="75">
                  <c:v>27.2759</c:v>
                </c:pt>
                <c:pt idx="76">
                  <c:v>27.8207</c:v>
                </c:pt>
                <c:pt idx="77">
                  <c:v>28.3775</c:v>
                </c:pt>
                <c:pt idx="78">
                  <c:v>28.9442</c:v>
                </c:pt>
                <c:pt idx="79">
                  <c:v>29.5154</c:v>
                </c:pt>
                <c:pt idx="80">
                  <c:v>30.0628</c:v>
                </c:pt>
                <c:pt idx="81">
                  <c:v>30.6005</c:v>
                </c:pt>
                <c:pt idx="82">
                  <c:v>31.1425</c:v>
                </c:pt>
                <c:pt idx="83">
                  <c:v>31.7057</c:v>
                </c:pt>
                <c:pt idx="84">
                  <c:v>32.2688</c:v>
                </c:pt>
                <c:pt idx="85">
                  <c:v>32.8374</c:v>
                </c:pt>
                <c:pt idx="86">
                  <c:v>33.3937</c:v>
                </c:pt>
                <c:pt idx="87">
                  <c:v>33.945</c:v>
                </c:pt>
                <c:pt idx="88">
                  <c:v>34.4874</c:v>
                </c:pt>
                <c:pt idx="89">
                  <c:v>35.0568</c:v>
                </c:pt>
                <c:pt idx="90">
                  <c:v>35.6268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Sheet1!$E$2:$E$92</c:f>
              <c:numCache>
                <c:formatCode>General</c:formatCode>
                <c:ptCount val="91"/>
                <c:pt idx="0">
                  <c:v>0.04</c:v>
                </c:pt>
                <c:pt idx="1">
                  <c:v>0.0734</c:v>
                </c:pt>
                <c:pt idx="2">
                  <c:v>0.1235</c:v>
                </c:pt>
                <c:pt idx="3">
                  <c:v>0.1635</c:v>
                </c:pt>
                <c:pt idx="4">
                  <c:v>0.2036</c:v>
                </c:pt>
                <c:pt idx="5">
                  <c:v>0.2469</c:v>
                </c:pt>
                <c:pt idx="6">
                  <c:v>0.2937</c:v>
                </c:pt>
                <c:pt idx="7">
                  <c:v>0.3337</c:v>
                </c:pt>
                <c:pt idx="8">
                  <c:v>0.3971</c:v>
                </c:pt>
                <c:pt idx="9">
                  <c:v>0.4672</c:v>
                </c:pt>
                <c:pt idx="10">
                  <c:v>0.5373</c:v>
                </c:pt>
                <c:pt idx="11">
                  <c:v>0.6107</c:v>
                </c:pt>
                <c:pt idx="12">
                  <c:v>0.6975</c:v>
                </c:pt>
                <c:pt idx="13">
                  <c:v>0.8009</c:v>
                </c:pt>
                <c:pt idx="14">
                  <c:v>0.8977</c:v>
                </c:pt>
                <c:pt idx="15">
                  <c:v>0.9978</c:v>
                </c:pt>
                <c:pt idx="16">
                  <c:v>1.1046</c:v>
                </c:pt>
                <c:pt idx="17">
                  <c:v>1.2214</c:v>
                </c:pt>
                <c:pt idx="18">
                  <c:v>1.3348</c:v>
                </c:pt>
                <c:pt idx="19">
                  <c:v>1.4683</c:v>
                </c:pt>
                <c:pt idx="20">
                  <c:v>1.6118</c:v>
                </c:pt>
                <c:pt idx="21">
                  <c:v>1.7753</c:v>
                </c:pt>
                <c:pt idx="22">
                  <c:v>1.9422</c:v>
                </c:pt>
                <c:pt idx="23">
                  <c:v>2.1191</c:v>
                </c:pt>
                <c:pt idx="24">
                  <c:v>2.2893</c:v>
                </c:pt>
                <c:pt idx="25">
                  <c:v>2.4795</c:v>
                </c:pt>
                <c:pt idx="26">
                  <c:v>2.663</c:v>
                </c:pt>
                <c:pt idx="27">
                  <c:v>2.8699</c:v>
                </c:pt>
                <c:pt idx="28">
                  <c:v>3.0868</c:v>
                </c:pt>
                <c:pt idx="29">
                  <c:v>3.3004</c:v>
                </c:pt>
                <c:pt idx="30">
                  <c:v>3.5474</c:v>
                </c:pt>
                <c:pt idx="31">
                  <c:v>3.791</c:v>
                </c:pt>
                <c:pt idx="32">
                  <c:v>4.0246</c:v>
                </c:pt>
                <c:pt idx="33">
                  <c:v>4.2849</c:v>
                </c:pt>
                <c:pt idx="34">
                  <c:v>4.5452</c:v>
                </c:pt>
                <c:pt idx="35">
                  <c:v>4.8188</c:v>
                </c:pt>
                <c:pt idx="36">
                  <c:v>5.1024</c:v>
                </c:pt>
                <c:pt idx="37">
                  <c:v>5.3928</c:v>
                </c:pt>
                <c:pt idx="38">
                  <c:v>5.6731</c:v>
                </c:pt>
                <c:pt idx="39">
                  <c:v>5.9668</c:v>
                </c:pt>
                <c:pt idx="40">
                  <c:v>6.2838</c:v>
                </c:pt>
                <c:pt idx="41">
                  <c:v>6.6108</c:v>
                </c:pt>
                <c:pt idx="42">
                  <c:v>6.9479</c:v>
                </c:pt>
                <c:pt idx="43">
                  <c:v>7.2916</c:v>
                </c:pt>
                <c:pt idx="44">
                  <c:v>7.6086</c:v>
                </c:pt>
                <c:pt idx="45">
                  <c:v>7.9523</c:v>
                </c:pt>
                <c:pt idx="46">
                  <c:v>8.2794</c:v>
                </c:pt>
                <c:pt idx="47">
                  <c:v>8.6398</c:v>
                </c:pt>
                <c:pt idx="48">
                  <c:v>8.9935</c:v>
                </c:pt>
                <c:pt idx="49">
                  <c:v>9.3406</c:v>
                </c:pt>
                <c:pt idx="50">
                  <c:v>9.7177</c:v>
                </c:pt>
                <c:pt idx="51">
                  <c:v>10.0881</c:v>
                </c:pt>
                <c:pt idx="52">
                  <c:v>10.4418</c:v>
                </c:pt>
                <c:pt idx="53">
                  <c:v>10.8156</c:v>
                </c:pt>
                <c:pt idx="54">
                  <c:v>11.1827</c:v>
                </c:pt>
                <c:pt idx="55">
                  <c:v>11.5598</c:v>
                </c:pt>
                <c:pt idx="56">
                  <c:v>11.9335</c:v>
                </c:pt>
                <c:pt idx="57">
                  <c:v>12.3273</c:v>
                </c:pt>
                <c:pt idx="58">
                  <c:v>12.6977</c:v>
                </c:pt>
                <c:pt idx="59">
                  <c:v>13.0848</c:v>
                </c:pt>
                <c:pt idx="60">
                  <c:v>13.4853</c:v>
                </c:pt>
                <c:pt idx="61">
                  <c:v>13.8657</c:v>
                </c:pt>
                <c:pt idx="62">
                  <c:v>14.2562</c:v>
                </c:pt>
                <c:pt idx="63">
                  <c:v>14.6499</c:v>
                </c:pt>
                <c:pt idx="64">
                  <c:v>15.037</c:v>
                </c:pt>
                <c:pt idx="65">
                  <c:v>15.4375</c:v>
                </c:pt>
                <c:pt idx="66">
                  <c:v>15.8346</c:v>
                </c:pt>
                <c:pt idx="67">
                  <c:v>16.2217</c:v>
                </c:pt>
                <c:pt idx="68">
                  <c:v>16.6322</c:v>
                </c:pt>
                <c:pt idx="69">
                  <c:v>17.036</c:v>
                </c:pt>
                <c:pt idx="70">
                  <c:v>17.4331</c:v>
                </c:pt>
                <c:pt idx="71">
                  <c:v>17.8269</c:v>
                </c:pt>
                <c:pt idx="72">
                  <c:v>18.2207</c:v>
                </c:pt>
                <c:pt idx="73">
                  <c:v>18.6311</c:v>
                </c:pt>
                <c:pt idx="74">
                  <c:v>19.0316</c:v>
                </c:pt>
                <c:pt idx="75">
                  <c:v>19.4387</c:v>
                </c:pt>
                <c:pt idx="76">
                  <c:v>19.8392</c:v>
                </c:pt>
                <c:pt idx="77">
                  <c:v>20.2463</c:v>
                </c:pt>
                <c:pt idx="78">
                  <c:v>20.6501</c:v>
                </c:pt>
                <c:pt idx="79">
                  <c:v>21.0605</c:v>
                </c:pt>
                <c:pt idx="80">
                  <c:v>21.4643</c:v>
                </c:pt>
                <c:pt idx="81">
                  <c:v>21.8748</c:v>
                </c:pt>
                <c:pt idx="82">
                  <c:v>22.2853</c:v>
                </c:pt>
                <c:pt idx="83">
                  <c:v>22.689</c:v>
                </c:pt>
                <c:pt idx="84">
                  <c:v>23.0862</c:v>
                </c:pt>
                <c:pt idx="85">
                  <c:v>23.4833</c:v>
                </c:pt>
                <c:pt idx="86">
                  <c:v>23.8837</c:v>
                </c:pt>
                <c:pt idx="87">
                  <c:v>24.2809</c:v>
                </c:pt>
                <c:pt idx="88">
                  <c:v>24.6947</c:v>
                </c:pt>
                <c:pt idx="89">
                  <c:v>25.1018</c:v>
                </c:pt>
                <c:pt idx="90">
                  <c:v>25.5223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Sheet1!$F$2:$F$92</c:f>
              <c:numCache>
                <c:formatCode>General</c:formatCode>
                <c:ptCount val="91"/>
                <c:pt idx="0">
                  <c:v>0.0548</c:v>
                </c:pt>
                <c:pt idx="1">
                  <c:v>0.0936</c:v>
                </c:pt>
                <c:pt idx="2">
                  <c:v>0.1527</c:v>
                </c:pt>
                <c:pt idx="3">
                  <c:v>0.2212</c:v>
                </c:pt>
                <c:pt idx="4">
                  <c:v>0.2769</c:v>
                </c:pt>
                <c:pt idx="5">
                  <c:v>0.355</c:v>
                </c:pt>
                <c:pt idx="6">
                  <c:v>0.4468</c:v>
                </c:pt>
                <c:pt idx="7">
                  <c:v>0.5358</c:v>
                </c:pt>
                <c:pt idx="8">
                  <c:v>0.6281</c:v>
                </c:pt>
                <c:pt idx="9">
                  <c:v>0.7284</c:v>
                </c:pt>
                <c:pt idx="10">
                  <c:v>0.8705</c:v>
                </c:pt>
                <c:pt idx="11">
                  <c:v>0.9961</c:v>
                </c:pt>
                <c:pt idx="12">
                  <c:v>1.1222</c:v>
                </c:pt>
                <c:pt idx="13">
                  <c:v>1.2641</c:v>
                </c:pt>
                <c:pt idx="14">
                  <c:v>1.434</c:v>
                </c:pt>
                <c:pt idx="15">
                  <c:v>1.5932</c:v>
                </c:pt>
                <c:pt idx="16">
                  <c:v>1.7791</c:v>
                </c:pt>
                <c:pt idx="17">
                  <c:v>1.98</c:v>
                </c:pt>
                <c:pt idx="18">
                  <c:v>2.1934</c:v>
                </c:pt>
                <c:pt idx="19">
                  <c:v>2.4282</c:v>
                </c:pt>
                <c:pt idx="20">
                  <c:v>2.6505</c:v>
                </c:pt>
                <c:pt idx="21">
                  <c:v>2.9083</c:v>
                </c:pt>
                <c:pt idx="22">
                  <c:v>3.1546</c:v>
                </c:pt>
                <c:pt idx="23">
                  <c:v>3.4201</c:v>
                </c:pt>
                <c:pt idx="24">
                  <c:v>3.7208</c:v>
                </c:pt>
                <c:pt idx="25">
                  <c:v>4.031</c:v>
                </c:pt>
                <c:pt idx="26">
                  <c:v>4.345</c:v>
                </c:pt>
                <c:pt idx="27">
                  <c:v>4.658</c:v>
                </c:pt>
                <c:pt idx="28">
                  <c:v>5.0084</c:v>
                </c:pt>
                <c:pt idx="29">
                  <c:v>5.3577</c:v>
                </c:pt>
                <c:pt idx="30">
                  <c:v>5.7176</c:v>
                </c:pt>
                <c:pt idx="31">
                  <c:v>6.0953</c:v>
                </c:pt>
                <c:pt idx="32">
                  <c:v>6.4989</c:v>
                </c:pt>
                <c:pt idx="33">
                  <c:v>6.8852</c:v>
                </c:pt>
                <c:pt idx="34">
                  <c:v>7.3176</c:v>
                </c:pt>
                <c:pt idx="35">
                  <c:v>7.7605</c:v>
                </c:pt>
                <c:pt idx="36">
                  <c:v>8.2062</c:v>
                </c:pt>
                <c:pt idx="37">
                  <c:v>8.6855</c:v>
                </c:pt>
                <c:pt idx="38">
                  <c:v>9.171</c:v>
                </c:pt>
                <c:pt idx="39">
                  <c:v>9.652</c:v>
                </c:pt>
                <c:pt idx="40">
                  <c:v>10.1429</c:v>
                </c:pt>
                <c:pt idx="41">
                  <c:v>10.6623</c:v>
                </c:pt>
                <c:pt idx="42">
                  <c:v>11.1624</c:v>
                </c:pt>
                <c:pt idx="43">
                  <c:v>11.6875</c:v>
                </c:pt>
                <c:pt idx="44">
                  <c:v>12.2176</c:v>
                </c:pt>
                <c:pt idx="45">
                  <c:v>12.7654</c:v>
                </c:pt>
                <c:pt idx="46">
                  <c:v>13.3228</c:v>
                </c:pt>
                <c:pt idx="47">
                  <c:v>13.8853</c:v>
                </c:pt>
                <c:pt idx="48">
                  <c:v>14.4693</c:v>
                </c:pt>
                <c:pt idx="49">
                  <c:v>15.0479</c:v>
                </c:pt>
                <c:pt idx="50">
                  <c:v>15.6256</c:v>
                </c:pt>
                <c:pt idx="51">
                  <c:v>16.1972</c:v>
                </c:pt>
                <c:pt idx="52">
                  <c:v>16.7997</c:v>
                </c:pt>
                <c:pt idx="53">
                  <c:v>17.4045</c:v>
                </c:pt>
                <c:pt idx="54">
                  <c:v>18.026</c:v>
                </c:pt>
                <c:pt idx="55">
                  <c:v>18.6229</c:v>
                </c:pt>
                <c:pt idx="56">
                  <c:v>19.234</c:v>
                </c:pt>
                <c:pt idx="57">
                  <c:v>19.8477</c:v>
                </c:pt>
                <c:pt idx="58">
                  <c:v>20.4644</c:v>
                </c:pt>
                <c:pt idx="59">
                  <c:v>21.0855</c:v>
                </c:pt>
                <c:pt idx="60">
                  <c:v>21.6868</c:v>
                </c:pt>
                <c:pt idx="61">
                  <c:v>22.3243</c:v>
                </c:pt>
                <c:pt idx="62">
                  <c:v>22.962</c:v>
                </c:pt>
                <c:pt idx="63">
                  <c:v>23.6084</c:v>
                </c:pt>
                <c:pt idx="64">
                  <c:v>24.2716</c:v>
                </c:pt>
                <c:pt idx="65">
                  <c:v>24.9028</c:v>
                </c:pt>
                <c:pt idx="66">
                  <c:v>25.5396</c:v>
                </c:pt>
                <c:pt idx="67">
                  <c:v>26.1786</c:v>
                </c:pt>
                <c:pt idx="68">
                  <c:v>26.8446</c:v>
                </c:pt>
                <c:pt idx="69">
                  <c:v>27.4636</c:v>
                </c:pt>
                <c:pt idx="70">
                  <c:v>28.1132</c:v>
                </c:pt>
                <c:pt idx="71">
                  <c:v>28.7381</c:v>
                </c:pt>
                <c:pt idx="72">
                  <c:v>29.3496</c:v>
                </c:pt>
                <c:pt idx="73">
                  <c:v>29.9694</c:v>
                </c:pt>
                <c:pt idx="74">
                  <c:v>30.5984</c:v>
                </c:pt>
                <c:pt idx="75">
                  <c:v>31.2605</c:v>
                </c:pt>
                <c:pt idx="76">
                  <c:v>31.8978</c:v>
                </c:pt>
                <c:pt idx="77">
                  <c:v>32.5444</c:v>
                </c:pt>
                <c:pt idx="78">
                  <c:v>33.1794</c:v>
                </c:pt>
                <c:pt idx="79">
                  <c:v>33.8381</c:v>
                </c:pt>
                <c:pt idx="80">
                  <c:v>34.4749</c:v>
                </c:pt>
                <c:pt idx="81">
                  <c:v>35.144</c:v>
                </c:pt>
                <c:pt idx="82">
                  <c:v>35.7832</c:v>
                </c:pt>
                <c:pt idx="83">
                  <c:v>36.4259</c:v>
                </c:pt>
                <c:pt idx="84">
                  <c:v>37.0805</c:v>
                </c:pt>
                <c:pt idx="85">
                  <c:v>37.7343</c:v>
                </c:pt>
                <c:pt idx="86">
                  <c:v>38.4067</c:v>
                </c:pt>
                <c:pt idx="87">
                  <c:v>39.0623</c:v>
                </c:pt>
                <c:pt idx="88">
                  <c:v>39.7008</c:v>
                </c:pt>
                <c:pt idx="89">
                  <c:v>40.3479</c:v>
                </c:pt>
                <c:pt idx="90">
                  <c:v>40.995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Sheet1!$G$2:$G$92</c:f>
              <c:numCache>
                <c:formatCode>General</c:formatCode>
                <c:ptCount val="91"/>
                <c:pt idx="0">
                  <c:v>0.0334</c:v>
                </c:pt>
                <c:pt idx="1">
                  <c:v>0.0667</c:v>
                </c:pt>
                <c:pt idx="2">
                  <c:v>0.1101</c:v>
                </c:pt>
                <c:pt idx="3">
                  <c:v>0.1468</c:v>
                </c:pt>
                <c:pt idx="4">
                  <c:v>0.1902</c:v>
                </c:pt>
                <c:pt idx="5">
                  <c:v>0.2403</c:v>
                </c:pt>
                <c:pt idx="6">
                  <c:v>0.3037</c:v>
                </c:pt>
                <c:pt idx="7">
                  <c:v>0.3604</c:v>
                </c:pt>
                <c:pt idx="8">
                  <c:v>0.4205</c:v>
                </c:pt>
                <c:pt idx="9">
                  <c:v>0.4772</c:v>
                </c:pt>
                <c:pt idx="10">
                  <c:v>0.554</c:v>
                </c:pt>
                <c:pt idx="11">
                  <c:v>0.6274</c:v>
                </c:pt>
                <c:pt idx="12">
                  <c:v>0.7141</c:v>
                </c:pt>
                <c:pt idx="13">
                  <c:v>0.7876</c:v>
                </c:pt>
                <c:pt idx="14">
                  <c:v>0.891</c:v>
                </c:pt>
                <c:pt idx="15">
                  <c:v>0.9811</c:v>
                </c:pt>
                <c:pt idx="16">
                  <c:v>1.0846</c:v>
                </c:pt>
                <c:pt idx="17">
                  <c:v>1.208</c:v>
                </c:pt>
                <c:pt idx="18">
                  <c:v>1.3215</c:v>
                </c:pt>
                <c:pt idx="19">
                  <c:v>1.4516</c:v>
                </c:pt>
                <c:pt idx="20">
                  <c:v>1.5918</c:v>
                </c:pt>
                <c:pt idx="21">
                  <c:v>1.732</c:v>
                </c:pt>
                <c:pt idx="22">
                  <c:v>1.8988</c:v>
                </c:pt>
                <c:pt idx="23">
                  <c:v>2.0757</c:v>
                </c:pt>
                <c:pt idx="24">
                  <c:v>2.2325</c:v>
                </c:pt>
                <c:pt idx="25">
                  <c:v>2.4027</c:v>
                </c:pt>
                <c:pt idx="26">
                  <c:v>2.5996</c:v>
                </c:pt>
                <c:pt idx="27">
                  <c:v>2.7898</c:v>
                </c:pt>
                <c:pt idx="28">
                  <c:v>2.9967</c:v>
                </c:pt>
                <c:pt idx="29">
                  <c:v>3.217</c:v>
                </c:pt>
                <c:pt idx="30">
                  <c:v>3.4506</c:v>
                </c:pt>
                <c:pt idx="31">
                  <c:v>3.6842</c:v>
                </c:pt>
                <c:pt idx="32">
                  <c:v>3.9311</c:v>
                </c:pt>
                <c:pt idx="33">
                  <c:v>4.1781</c:v>
                </c:pt>
                <c:pt idx="34">
                  <c:v>4.4484</c:v>
                </c:pt>
                <c:pt idx="35">
                  <c:v>4.7153</c:v>
                </c:pt>
                <c:pt idx="36">
                  <c:v>4.9957</c:v>
                </c:pt>
                <c:pt idx="37">
                  <c:v>5.276</c:v>
                </c:pt>
                <c:pt idx="38">
                  <c:v>5.5696</c:v>
                </c:pt>
                <c:pt idx="39">
                  <c:v>5.8666</c:v>
                </c:pt>
                <c:pt idx="40">
                  <c:v>6.1703</c:v>
                </c:pt>
                <c:pt idx="41">
                  <c:v>6.474</c:v>
                </c:pt>
                <c:pt idx="42">
                  <c:v>6.7977</c:v>
                </c:pt>
                <c:pt idx="43">
                  <c:v>7.1314</c:v>
                </c:pt>
                <c:pt idx="44">
                  <c:v>7.4618</c:v>
                </c:pt>
                <c:pt idx="45">
                  <c:v>7.8022</c:v>
                </c:pt>
                <c:pt idx="46">
                  <c:v>8.1492</c:v>
                </c:pt>
                <c:pt idx="47">
                  <c:v>8.4996</c:v>
                </c:pt>
                <c:pt idx="48">
                  <c:v>8.85</c:v>
                </c:pt>
                <c:pt idx="49">
                  <c:v>9.2038</c:v>
                </c:pt>
                <c:pt idx="50">
                  <c:v>9.5675</c:v>
                </c:pt>
                <c:pt idx="51">
                  <c:v>9.9279</c:v>
                </c:pt>
                <c:pt idx="52">
                  <c:v>10.2817</c:v>
                </c:pt>
                <c:pt idx="53">
                  <c:v>10.6487</c:v>
                </c:pt>
                <c:pt idx="54">
                  <c:v>11.0025</c:v>
                </c:pt>
                <c:pt idx="55">
                  <c:v>11.3729</c:v>
                </c:pt>
                <c:pt idx="56">
                  <c:v>11.75</c:v>
                </c:pt>
                <c:pt idx="57">
                  <c:v>12.1371</c:v>
                </c:pt>
                <c:pt idx="58">
                  <c:v>12.5175</c:v>
                </c:pt>
                <c:pt idx="59">
                  <c:v>12.9046</c:v>
                </c:pt>
                <c:pt idx="60">
                  <c:v>13.2851</c:v>
                </c:pt>
                <c:pt idx="61">
                  <c:v>13.6622</c:v>
                </c:pt>
                <c:pt idx="62">
                  <c:v>14.0359</c:v>
                </c:pt>
                <c:pt idx="63">
                  <c:v>14.4163</c:v>
                </c:pt>
                <c:pt idx="64">
                  <c:v>14.7934</c:v>
                </c:pt>
                <c:pt idx="65">
                  <c:v>15.1872</c:v>
                </c:pt>
                <c:pt idx="66">
                  <c:v>15.5743</c:v>
                </c:pt>
                <c:pt idx="67">
                  <c:v>15.9714</c:v>
                </c:pt>
                <c:pt idx="68">
                  <c:v>16.3652</c:v>
                </c:pt>
                <c:pt idx="69">
                  <c:v>16.7657</c:v>
                </c:pt>
                <c:pt idx="70">
                  <c:v>17.1695</c:v>
                </c:pt>
                <c:pt idx="71">
                  <c:v>17.5599</c:v>
                </c:pt>
                <c:pt idx="72">
                  <c:v>17.9537</c:v>
                </c:pt>
                <c:pt idx="73">
                  <c:v>18.3441</c:v>
                </c:pt>
                <c:pt idx="74">
                  <c:v>18.7279</c:v>
                </c:pt>
                <c:pt idx="75">
                  <c:v>19.1317</c:v>
                </c:pt>
                <c:pt idx="76">
                  <c:v>19.5388</c:v>
                </c:pt>
                <c:pt idx="77">
                  <c:v>19.9359</c:v>
                </c:pt>
                <c:pt idx="78">
                  <c:v>20.3297</c:v>
                </c:pt>
                <c:pt idx="79">
                  <c:v>20.7368</c:v>
                </c:pt>
                <c:pt idx="80">
                  <c:v>21.1173</c:v>
                </c:pt>
                <c:pt idx="81">
                  <c:v>21.5177</c:v>
                </c:pt>
                <c:pt idx="82">
                  <c:v>21.9182</c:v>
                </c:pt>
                <c:pt idx="83">
                  <c:v>22.312</c:v>
                </c:pt>
                <c:pt idx="84">
                  <c:v>22.7224</c:v>
                </c:pt>
                <c:pt idx="85">
                  <c:v>23.1295</c:v>
                </c:pt>
                <c:pt idx="86">
                  <c:v>23.5267</c:v>
                </c:pt>
                <c:pt idx="87">
                  <c:v>23.9271</c:v>
                </c:pt>
                <c:pt idx="88">
                  <c:v>24.3242</c:v>
                </c:pt>
                <c:pt idx="89">
                  <c:v>24.7214</c:v>
                </c:pt>
                <c:pt idx="90">
                  <c:v>25.1118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Sheet1!$H$2:$H$92</c:f>
              <c:numCache>
                <c:formatCode>General</c:formatCode>
                <c:ptCount val="91"/>
                <c:pt idx="0">
                  <c:v>0.0654</c:v>
                </c:pt>
                <c:pt idx="1">
                  <c:v>0.1322</c:v>
                </c:pt>
                <c:pt idx="2">
                  <c:v>0.18</c:v>
                </c:pt>
                <c:pt idx="3">
                  <c:v>0.2729</c:v>
                </c:pt>
                <c:pt idx="4">
                  <c:v>0.3702</c:v>
                </c:pt>
                <c:pt idx="5">
                  <c:v>0.4507</c:v>
                </c:pt>
                <c:pt idx="6">
                  <c:v>0.5236</c:v>
                </c:pt>
                <c:pt idx="7">
                  <c:v>0.6037</c:v>
                </c:pt>
                <c:pt idx="8">
                  <c:v>0.7073</c:v>
                </c:pt>
                <c:pt idx="9">
                  <c:v>0.8017</c:v>
                </c:pt>
                <c:pt idx="10">
                  <c:v>0.9152</c:v>
                </c:pt>
                <c:pt idx="11">
                  <c:v>1.0515</c:v>
                </c:pt>
                <c:pt idx="12">
                  <c:v>1.1639</c:v>
                </c:pt>
                <c:pt idx="13">
                  <c:v>1.3302</c:v>
                </c:pt>
                <c:pt idx="14">
                  <c:v>1.501</c:v>
                </c:pt>
                <c:pt idx="15">
                  <c:v>1.6469</c:v>
                </c:pt>
                <c:pt idx="16">
                  <c:v>1.8014</c:v>
                </c:pt>
                <c:pt idx="17">
                  <c:v>1.9816</c:v>
                </c:pt>
                <c:pt idx="18">
                  <c:v>2.164</c:v>
                </c:pt>
                <c:pt idx="19">
                  <c:v>2.3684</c:v>
                </c:pt>
                <c:pt idx="20">
                  <c:v>2.556</c:v>
                </c:pt>
                <c:pt idx="21">
                  <c:v>2.7862</c:v>
                </c:pt>
                <c:pt idx="22">
                  <c:v>3.0552</c:v>
                </c:pt>
                <c:pt idx="23">
                  <c:v>3.301</c:v>
                </c:pt>
                <c:pt idx="24">
                  <c:v>3.5709</c:v>
                </c:pt>
                <c:pt idx="25">
                  <c:v>3.8393</c:v>
                </c:pt>
                <c:pt idx="26">
                  <c:v>4.1486</c:v>
                </c:pt>
                <c:pt idx="27">
                  <c:v>4.461</c:v>
                </c:pt>
                <c:pt idx="28">
                  <c:v>4.8147</c:v>
                </c:pt>
                <c:pt idx="29">
                  <c:v>5.1605</c:v>
                </c:pt>
                <c:pt idx="30">
                  <c:v>5.513</c:v>
                </c:pt>
                <c:pt idx="31">
                  <c:v>5.8907</c:v>
                </c:pt>
                <c:pt idx="32">
                  <c:v>6.2685</c:v>
                </c:pt>
                <c:pt idx="33">
                  <c:v>6.649</c:v>
                </c:pt>
                <c:pt idx="34">
                  <c:v>7.0631</c:v>
                </c:pt>
                <c:pt idx="35">
                  <c:v>7.4839</c:v>
                </c:pt>
                <c:pt idx="36">
                  <c:v>7.9211</c:v>
                </c:pt>
                <c:pt idx="37">
                  <c:v>8.3727</c:v>
                </c:pt>
                <c:pt idx="38">
                  <c:v>8.8245</c:v>
                </c:pt>
                <c:pt idx="39">
                  <c:v>9.299</c:v>
                </c:pt>
                <c:pt idx="40">
                  <c:v>9.8004</c:v>
                </c:pt>
                <c:pt idx="41">
                  <c:v>10.276</c:v>
                </c:pt>
                <c:pt idx="42">
                  <c:v>10.7971</c:v>
                </c:pt>
                <c:pt idx="43">
                  <c:v>11.302</c:v>
                </c:pt>
                <c:pt idx="44">
                  <c:v>11.809</c:v>
                </c:pt>
                <c:pt idx="45">
                  <c:v>12.3644</c:v>
                </c:pt>
                <c:pt idx="46">
                  <c:v>12.8985</c:v>
                </c:pt>
                <c:pt idx="47">
                  <c:v>13.4552</c:v>
                </c:pt>
                <c:pt idx="48">
                  <c:v>14.0116</c:v>
                </c:pt>
                <c:pt idx="49">
                  <c:v>14.5428</c:v>
                </c:pt>
                <c:pt idx="50">
                  <c:v>15.1026</c:v>
                </c:pt>
                <c:pt idx="51">
                  <c:v>15.6598</c:v>
                </c:pt>
                <c:pt idx="52">
                  <c:v>16.2118</c:v>
                </c:pt>
                <c:pt idx="53">
                  <c:v>16.7633</c:v>
                </c:pt>
                <c:pt idx="54">
                  <c:v>17.3427</c:v>
                </c:pt>
                <c:pt idx="55">
                  <c:v>17.9324</c:v>
                </c:pt>
                <c:pt idx="56">
                  <c:v>18.5234</c:v>
                </c:pt>
                <c:pt idx="57">
                  <c:v>19.1092</c:v>
                </c:pt>
                <c:pt idx="58">
                  <c:v>19.6921</c:v>
                </c:pt>
                <c:pt idx="59">
                  <c:v>20.2755</c:v>
                </c:pt>
                <c:pt idx="60">
                  <c:v>20.8672</c:v>
                </c:pt>
                <c:pt idx="61">
                  <c:v>21.4555</c:v>
                </c:pt>
                <c:pt idx="62">
                  <c:v>22.0566</c:v>
                </c:pt>
                <c:pt idx="63">
                  <c:v>22.6622</c:v>
                </c:pt>
                <c:pt idx="64">
                  <c:v>23.2587</c:v>
                </c:pt>
                <c:pt idx="65">
                  <c:v>23.8656</c:v>
                </c:pt>
                <c:pt idx="66">
                  <c:v>24.4675</c:v>
                </c:pt>
                <c:pt idx="67">
                  <c:v>25.0805</c:v>
                </c:pt>
                <c:pt idx="68">
                  <c:v>25.7014</c:v>
                </c:pt>
                <c:pt idx="69">
                  <c:v>26.3195</c:v>
                </c:pt>
                <c:pt idx="70">
                  <c:v>26.9426</c:v>
                </c:pt>
                <c:pt idx="71">
                  <c:v>27.5401</c:v>
                </c:pt>
                <c:pt idx="72">
                  <c:v>28.1545</c:v>
                </c:pt>
                <c:pt idx="73">
                  <c:v>28.7782</c:v>
                </c:pt>
                <c:pt idx="74">
                  <c:v>29.4074</c:v>
                </c:pt>
                <c:pt idx="75">
                  <c:v>30.0091</c:v>
                </c:pt>
                <c:pt idx="76">
                  <c:v>30.6337</c:v>
                </c:pt>
                <c:pt idx="77">
                  <c:v>31.2721</c:v>
                </c:pt>
                <c:pt idx="78">
                  <c:v>31.8938</c:v>
                </c:pt>
                <c:pt idx="79">
                  <c:v>32.5171</c:v>
                </c:pt>
                <c:pt idx="80">
                  <c:v>33.1478</c:v>
                </c:pt>
                <c:pt idx="81">
                  <c:v>33.7764</c:v>
                </c:pt>
                <c:pt idx="82">
                  <c:v>34.4108</c:v>
                </c:pt>
                <c:pt idx="83">
                  <c:v>35.038</c:v>
                </c:pt>
                <c:pt idx="84">
                  <c:v>35.6667</c:v>
                </c:pt>
                <c:pt idx="85">
                  <c:v>36.2837</c:v>
                </c:pt>
                <c:pt idx="86">
                  <c:v>36.9088</c:v>
                </c:pt>
                <c:pt idx="87">
                  <c:v>37.5523</c:v>
                </c:pt>
                <c:pt idx="88">
                  <c:v>38.1776</c:v>
                </c:pt>
                <c:pt idx="89">
                  <c:v>38.8035</c:v>
                </c:pt>
                <c:pt idx="90">
                  <c:v>39.4257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Sheet1!$I$2:$I$92</c:f>
              <c:numCache>
                <c:formatCode>General</c:formatCode>
                <c:ptCount val="91"/>
                <c:pt idx="0">
                  <c:v>0.0267</c:v>
                </c:pt>
                <c:pt idx="1">
                  <c:v>0.0701</c:v>
                </c:pt>
                <c:pt idx="2">
                  <c:v>0.1001</c:v>
                </c:pt>
                <c:pt idx="3">
                  <c:v>0.1335</c:v>
                </c:pt>
                <c:pt idx="4">
                  <c:v>0.1802</c:v>
                </c:pt>
                <c:pt idx="5">
                  <c:v>0.2303</c:v>
                </c:pt>
                <c:pt idx="6">
                  <c:v>0.2837</c:v>
                </c:pt>
                <c:pt idx="7">
                  <c:v>0.3504</c:v>
                </c:pt>
                <c:pt idx="8">
                  <c:v>0.4071</c:v>
                </c:pt>
                <c:pt idx="9">
                  <c:v>0.4772</c:v>
                </c:pt>
                <c:pt idx="10">
                  <c:v>0.5406</c:v>
                </c:pt>
                <c:pt idx="11">
                  <c:v>0.6274</c:v>
                </c:pt>
                <c:pt idx="12">
                  <c:v>0.7141</c:v>
                </c:pt>
                <c:pt idx="13">
                  <c:v>0.8076</c:v>
                </c:pt>
                <c:pt idx="14">
                  <c:v>0.9044</c:v>
                </c:pt>
                <c:pt idx="15">
                  <c:v>1.0011</c:v>
                </c:pt>
                <c:pt idx="16">
                  <c:v>1.1079</c:v>
                </c:pt>
                <c:pt idx="17">
                  <c:v>1.2281</c:v>
                </c:pt>
                <c:pt idx="18">
                  <c:v>1.3515</c:v>
                </c:pt>
                <c:pt idx="19">
                  <c:v>1.485</c:v>
                </c:pt>
                <c:pt idx="20">
                  <c:v>1.6152</c:v>
                </c:pt>
                <c:pt idx="21">
                  <c:v>1.7653</c:v>
                </c:pt>
                <c:pt idx="22">
                  <c:v>1.9155</c:v>
                </c:pt>
                <c:pt idx="23">
                  <c:v>2.0723</c:v>
                </c:pt>
                <c:pt idx="24">
                  <c:v>2.2459</c:v>
                </c:pt>
                <c:pt idx="25">
                  <c:v>2.4127</c:v>
                </c:pt>
                <c:pt idx="26">
                  <c:v>2.6096</c:v>
                </c:pt>
                <c:pt idx="27">
                  <c:v>2.8165</c:v>
                </c:pt>
                <c:pt idx="28">
                  <c:v>3.0268</c:v>
                </c:pt>
                <c:pt idx="29">
                  <c:v>3.237</c:v>
                </c:pt>
                <c:pt idx="30">
                  <c:v>3.4573</c:v>
                </c:pt>
                <c:pt idx="31">
                  <c:v>3.6942</c:v>
                </c:pt>
                <c:pt idx="32">
                  <c:v>3.9211</c:v>
                </c:pt>
                <c:pt idx="33">
                  <c:v>4.1747</c:v>
                </c:pt>
                <c:pt idx="34">
                  <c:v>4.4417</c:v>
                </c:pt>
                <c:pt idx="35">
                  <c:v>4.7087</c:v>
                </c:pt>
                <c:pt idx="36">
                  <c:v>4.9823</c:v>
                </c:pt>
                <c:pt idx="37">
                  <c:v>5.2693</c:v>
                </c:pt>
                <c:pt idx="38">
                  <c:v>5.5663</c:v>
                </c:pt>
                <c:pt idx="39">
                  <c:v>5.8767</c:v>
                </c:pt>
                <c:pt idx="40">
                  <c:v>6.1837</c:v>
                </c:pt>
                <c:pt idx="41">
                  <c:v>6.4907</c:v>
                </c:pt>
                <c:pt idx="42">
                  <c:v>6.8077</c:v>
                </c:pt>
                <c:pt idx="43">
                  <c:v>7.1348</c:v>
                </c:pt>
                <c:pt idx="44">
                  <c:v>7.4785</c:v>
                </c:pt>
                <c:pt idx="45">
                  <c:v>7.8122</c:v>
                </c:pt>
                <c:pt idx="46">
                  <c:v>8.1426</c:v>
                </c:pt>
                <c:pt idx="47">
                  <c:v>8.4796</c:v>
                </c:pt>
                <c:pt idx="48">
                  <c:v>8.8133</c:v>
                </c:pt>
                <c:pt idx="49">
                  <c:v>9.1704</c:v>
                </c:pt>
                <c:pt idx="50">
                  <c:v>9.5175</c:v>
                </c:pt>
                <c:pt idx="51">
                  <c:v>9.8679</c:v>
                </c:pt>
                <c:pt idx="52">
                  <c:v>10.2149</c:v>
                </c:pt>
                <c:pt idx="53">
                  <c:v>10.572</c:v>
                </c:pt>
                <c:pt idx="54">
                  <c:v>10.9457</c:v>
                </c:pt>
                <c:pt idx="55">
                  <c:v>11.3061</c:v>
                </c:pt>
                <c:pt idx="56">
                  <c:v>11.6666</c:v>
                </c:pt>
                <c:pt idx="57">
                  <c:v>12.047</c:v>
                </c:pt>
                <c:pt idx="58">
                  <c:v>12.4241</c:v>
                </c:pt>
                <c:pt idx="59">
                  <c:v>12.8078</c:v>
                </c:pt>
                <c:pt idx="60">
                  <c:v>13.1983</c:v>
                </c:pt>
                <c:pt idx="61">
                  <c:v>13.5821</c:v>
                </c:pt>
                <c:pt idx="62">
                  <c:v>13.9592</c:v>
                </c:pt>
                <c:pt idx="63">
                  <c:v>14.3463</c:v>
                </c:pt>
                <c:pt idx="64">
                  <c:v>14.74</c:v>
                </c:pt>
                <c:pt idx="65">
                  <c:v>15.1271</c:v>
                </c:pt>
                <c:pt idx="66">
                  <c:v>15.5076</c:v>
                </c:pt>
                <c:pt idx="67">
                  <c:v>15.908</c:v>
                </c:pt>
                <c:pt idx="68">
                  <c:v>16.2985</c:v>
                </c:pt>
                <c:pt idx="69">
                  <c:v>16.6889</c:v>
                </c:pt>
                <c:pt idx="70">
                  <c:v>17.0827</c:v>
                </c:pt>
                <c:pt idx="71">
                  <c:v>17.4865</c:v>
                </c:pt>
                <c:pt idx="72">
                  <c:v>17.8836</c:v>
                </c:pt>
                <c:pt idx="73">
                  <c:v>18.2774</c:v>
                </c:pt>
                <c:pt idx="74">
                  <c:v>18.6812</c:v>
                </c:pt>
                <c:pt idx="75">
                  <c:v>19.095</c:v>
                </c:pt>
                <c:pt idx="76">
                  <c:v>19.5054</c:v>
                </c:pt>
                <c:pt idx="77">
                  <c:v>19.9092</c:v>
                </c:pt>
                <c:pt idx="78">
                  <c:v>20.2997</c:v>
                </c:pt>
                <c:pt idx="79">
                  <c:v>20.7302</c:v>
                </c:pt>
                <c:pt idx="80">
                  <c:v>21.1206</c:v>
                </c:pt>
                <c:pt idx="81">
                  <c:v>21.5177</c:v>
                </c:pt>
                <c:pt idx="82">
                  <c:v>21.9115</c:v>
                </c:pt>
                <c:pt idx="83">
                  <c:v>22.3253</c:v>
                </c:pt>
                <c:pt idx="84">
                  <c:v>22.7291</c:v>
                </c:pt>
                <c:pt idx="85">
                  <c:v>23.1195</c:v>
                </c:pt>
                <c:pt idx="86">
                  <c:v>23.5233</c:v>
                </c:pt>
                <c:pt idx="87">
                  <c:v>23.9305</c:v>
                </c:pt>
                <c:pt idx="88">
                  <c:v>24.3309</c:v>
                </c:pt>
                <c:pt idx="89">
                  <c:v>24.7247</c:v>
                </c:pt>
                <c:pt idx="90">
                  <c:v>25.1218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