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VCN — Vintage Curve (Primary)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(TG4)</c:v>
                </c:pt>
              </c:strCache>
            </c:strRef>
          </c:tx>
          <c:spPr>
            <a:ln w="31750">
              <a:solidFill>
                <a:srgbClr val="0091DA"/>
              </a:solidFill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0.055075</c:v>
                </c:pt>
                <c:pt idx="1">
                  <c:v>0.05355</c:v>
                </c:pt>
                <c:pt idx="2">
                  <c:v>0.055400000000000005</c:v>
                </c:pt>
                <c:pt idx="3">
                  <c:v>0.07169999999999999</c:v>
                </c:pt>
                <c:pt idx="4">
                  <c:v>0.069825</c:v>
                </c:pt>
                <c:pt idx="5">
                  <c:v>0.07437500000000001</c:v>
                </c:pt>
                <c:pt idx="6">
                  <c:v>0.08015</c:v>
                </c:pt>
                <c:pt idx="7">
                  <c:v>0.08339999999999999</c:v>
                </c:pt>
                <c:pt idx="8">
                  <c:v>0.10075</c:v>
                </c:pt>
                <c:pt idx="9">
                  <c:v>0.09255</c:v>
                </c:pt>
                <c:pt idx="10">
                  <c:v>0.1215</c:v>
                </c:pt>
                <c:pt idx="11">
                  <c:v>0.12257499999999999</c:v>
                </c:pt>
                <c:pt idx="12">
                  <c:v>0.119925</c:v>
                </c:pt>
                <c:pt idx="13">
                  <c:v>0.144875</c:v>
                </c:pt>
                <c:pt idx="14">
                  <c:v>0.15125</c:v>
                </c:pt>
                <c:pt idx="15">
                  <c:v>0.15725</c:v>
                </c:pt>
                <c:pt idx="16">
                  <c:v>0.166575</c:v>
                </c:pt>
                <c:pt idx="17">
                  <c:v>0.18045000000000003</c:v>
                </c:pt>
                <c:pt idx="18">
                  <c:v>0.18675</c:v>
                </c:pt>
                <c:pt idx="19">
                  <c:v>0.2044</c:v>
                </c:pt>
                <c:pt idx="20">
                  <c:v>0.199175</c:v>
                </c:pt>
                <c:pt idx="21">
                  <c:v>0.22697499999999998</c:v>
                </c:pt>
                <c:pt idx="22">
                  <c:v>0.243575</c:v>
                </c:pt>
                <c:pt idx="23">
                  <c:v>0.24327500000000002</c:v>
                </c:pt>
                <c:pt idx="24">
                  <c:v>0.2728</c:v>
                </c:pt>
                <c:pt idx="25">
                  <c:v>0.276775</c:v>
                </c:pt>
                <c:pt idx="26">
                  <c:v>0.29937500000000006</c:v>
                </c:pt>
                <c:pt idx="27">
                  <c:v>0.300025</c:v>
                </c:pt>
                <c:pt idx="28">
                  <c:v>0.324275</c:v>
                </c:pt>
                <c:pt idx="29">
                  <c:v>0.3415</c:v>
                </c:pt>
                <c:pt idx="30">
                  <c:v>0.334575</c:v>
                </c:pt>
                <c:pt idx="31">
                  <c:v>0.3466</c:v>
                </c:pt>
                <c:pt idx="32">
                  <c:v>0.36782499999999996</c:v>
                </c:pt>
                <c:pt idx="33">
                  <c:v>0.37220000000000003</c:v>
                </c:pt>
                <c:pt idx="34">
                  <c:v>0.403875</c:v>
                </c:pt>
                <c:pt idx="35">
                  <c:v>0.41502500000000003</c:v>
                </c:pt>
                <c:pt idx="36">
                  <c:v>0.4155</c:v>
                </c:pt>
                <c:pt idx="37">
                  <c:v>0.4351</c:v>
                </c:pt>
                <c:pt idx="38">
                  <c:v>0.43979999999999997</c:v>
                </c:pt>
                <c:pt idx="39">
                  <c:v>0.45675</c:v>
                </c:pt>
                <c:pt idx="40">
                  <c:v>0.467975</c:v>
                </c:pt>
                <c:pt idx="41">
                  <c:v>0.46747500000000003</c:v>
                </c:pt>
                <c:pt idx="42">
                  <c:v>0.48587500000000006</c:v>
                </c:pt>
                <c:pt idx="43">
                  <c:v>0.4958</c:v>
                </c:pt>
                <c:pt idx="44">
                  <c:v>0.50265</c:v>
                </c:pt>
                <c:pt idx="45">
                  <c:v>0.5193</c:v>
                </c:pt>
                <c:pt idx="46">
                  <c:v>0.5186999999999999</c:v>
                </c:pt>
                <c:pt idx="47">
                  <c:v>0.52125</c:v>
                </c:pt>
                <c:pt idx="48">
                  <c:v>0.5305</c:v>
                </c:pt>
                <c:pt idx="49">
                  <c:v>0.52895</c:v>
                </c:pt>
                <c:pt idx="50">
                  <c:v>0.5427</c:v>
                </c:pt>
                <c:pt idx="51">
                  <c:v>0.541075</c:v>
                </c:pt>
                <c:pt idx="52">
                  <c:v>0.55435</c:v>
                </c:pt>
                <c:pt idx="53">
                  <c:v>0.5458500000000001</c:v>
                </c:pt>
                <c:pt idx="54">
                  <c:v>0.5593</c:v>
                </c:pt>
                <c:pt idx="55">
                  <c:v>0.5619999999999999</c:v>
                </c:pt>
                <c:pt idx="56">
                  <c:v>0.57465</c:v>
                </c:pt>
                <c:pt idx="57">
                  <c:v>0.564525</c:v>
                </c:pt>
                <c:pt idx="58">
                  <c:v>0.5726249999999999</c:v>
                </c:pt>
                <c:pt idx="59">
                  <c:v>0.57925</c:v>
                </c:pt>
                <c:pt idx="60">
                  <c:v>0.5762250000000001</c:v>
                </c:pt>
                <c:pt idx="61">
                  <c:v>0.5776</c:v>
                </c:pt>
                <c:pt idx="62">
                  <c:v>0.587175</c:v>
                </c:pt>
                <c:pt idx="63">
                  <c:v>0.591825</c:v>
                </c:pt>
                <c:pt idx="64">
                  <c:v>0.5867</c:v>
                </c:pt>
                <c:pt idx="65">
                  <c:v>0.5867</c:v>
                </c:pt>
                <c:pt idx="66">
                  <c:v>0.594525</c:v>
                </c:pt>
                <c:pt idx="67">
                  <c:v>0.595375</c:v>
                </c:pt>
                <c:pt idx="68">
                  <c:v>0.6063500000000001</c:v>
                </c:pt>
                <c:pt idx="69">
                  <c:v>0.6022</c:v>
                </c:pt>
                <c:pt idx="70">
                  <c:v>0.607175</c:v>
                </c:pt>
                <c:pt idx="71">
                  <c:v>0.591975</c:v>
                </c:pt>
                <c:pt idx="72">
                  <c:v>0.588875</c:v>
                </c:pt>
                <c:pt idx="73">
                  <c:v>0.5923</c:v>
                </c:pt>
                <c:pt idx="74">
                  <c:v>0.60285</c:v>
                </c:pt>
                <c:pt idx="75">
                  <c:v>0.607525</c:v>
                </c:pt>
                <c:pt idx="76">
                  <c:v>0.5947</c:v>
                </c:pt>
                <c:pt idx="77">
                  <c:v>0.6050499999999999</c:v>
                </c:pt>
                <c:pt idx="78">
                  <c:v>0.602975</c:v>
                </c:pt>
                <c:pt idx="79">
                  <c:v>0.606325</c:v>
                </c:pt>
                <c:pt idx="80">
                  <c:v>0.5981</c:v>
                </c:pt>
                <c:pt idx="81">
                  <c:v>0.5987750000000001</c:v>
                </c:pt>
                <c:pt idx="82">
                  <c:v>0.59615</c:v>
                </c:pt>
                <c:pt idx="83">
                  <c:v>0.6021</c:v>
                </c:pt>
                <c:pt idx="84">
                  <c:v>0.608425</c:v>
                </c:pt>
                <c:pt idx="85">
                  <c:v>0.609025</c:v>
                </c:pt>
                <c:pt idx="86">
                  <c:v>0.609125</c:v>
                </c:pt>
                <c:pt idx="87">
                  <c:v>0.60915</c:v>
                </c:pt>
                <c:pt idx="88">
                  <c:v>0.5978749999999999</c:v>
                </c:pt>
                <c:pt idx="89">
                  <c:v>0.6097</c:v>
                </c:pt>
                <c:pt idx="90">
                  <c:v>0.608425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(TG7)</c:v>
                </c:pt>
              </c:strCache>
            </c:strRef>
          </c:tx>
          <c:spPr>
            <a:ln w="25400">
              <a:solidFill>
                <a:srgbClr val="9EA2A2"/>
              </a:solidFill>
              <a:prstDash val="dash"/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0.032225</c:v>
                </c:pt>
                <c:pt idx="1">
                  <c:v>0.0394</c:v>
                </c:pt>
                <c:pt idx="2">
                  <c:v>0.042824999999999995</c:v>
                </c:pt>
                <c:pt idx="3">
                  <c:v>0.041675000000000004</c:v>
                </c:pt>
                <c:pt idx="4">
                  <c:v>0.044975</c:v>
                </c:pt>
                <c:pt idx="5">
                  <c:v>0.05345</c:v>
                </c:pt>
                <c:pt idx="6">
                  <c:v>0.055825</c:v>
                </c:pt>
                <c:pt idx="7">
                  <c:v>0.059024999999999994</c:v>
                </c:pt>
                <c:pt idx="8">
                  <c:v>0.061950000000000005</c:v>
                </c:pt>
                <c:pt idx="9">
                  <c:v>0.06605</c:v>
                </c:pt>
                <c:pt idx="10">
                  <c:v>0.0695</c:v>
                </c:pt>
                <c:pt idx="11">
                  <c:v>0.078025</c:v>
                </c:pt>
                <c:pt idx="12">
                  <c:v>0.089725</c:v>
                </c:pt>
                <c:pt idx="13">
                  <c:v>0.09262500000000001</c:v>
                </c:pt>
                <c:pt idx="14">
                  <c:v>0.10055</c:v>
                </c:pt>
                <c:pt idx="15">
                  <c:v>0.0933</c:v>
                </c:pt>
                <c:pt idx="16">
                  <c:v>0.10827500000000001</c:v>
                </c:pt>
                <c:pt idx="17">
                  <c:v>0.1217</c:v>
                </c:pt>
                <c:pt idx="18">
                  <c:v>0.1187</c:v>
                </c:pt>
                <c:pt idx="19">
                  <c:v>0.1315</c:v>
                </c:pt>
                <c:pt idx="20">
                  <c:v>0.1385</c:v>
                </c:pt>
                <c:pt idx="21">
                  <c:v>0.15475</c:v>
                </c:pt>
                <c:pt idx="22">
                  <c:v>0.158825</c:v>
                </c:pt>
                <c:pt idx="23">
                  <c:v>0.16835</c:v>
                </c:pt>
                <c:pt idx="24">
                  <c:v>0.17195</c:v>
                </c:pt>
                <c:pt idx="25">
                  <c:v>0.177675</c:v>
                </c:pt>
                <c:pt idx="26">
                  <c:v>0.1928</c:v>
                </c:pt>
                <c:pt idx="27">
                  <c:v>0.201675</c:v>
                </c:pt>
                <c:pt idx="28">
                  <c:v>0.208225</c:v>
                </c:pt>
                <c:pt idx="29">
                  <c:v>0.216775</c:v>
                </c:pt>
                <c:pt idx="30">
                  <c:v>0.22970000000000002</c:v>
                </c:pt>
                <c:pt idx="31">
                  <c:v>0.2394</c:v>
                </c:pt>
                <c:pt idx="32">
                  <c:v>0.237275</c:v>
                </c:pt>
                <c:pt idx="33">
                  <c:v>0.25875000000000004</c:v>
                </c:pt>
                <c:pt idx="34">
                  <c:v>0.266275</c:v>
                </c:pt>
                <c:pt idx="35">
                  <c:v>0.271675</c:v>
                </c:pt>
                <c:pt idx="36">
                  <c:v>0.276525</c:v>
                </c:pt>
                <c:pt idx="37">
                  <c:v>0.285875</c:v>
                </c:pt>
                <c:pt idx="38">
                  <c:v>0.290625</c:v>
                </c:pt>
                <c:pt idx="39">
                  <c:v>0.303175</c:v>
                </c:pt>
                <c:pt idx="40">
                  <c:v>0.304875</c:v>
                </c:pt>
                <c:pt idx="41">
                  <c:v>0.314475</c:v>
                </c:pt>
                <c:pt idx="42">
                  <c:v>0.3251</c:v>
                </c:pt>
                <c:pt idx="43">
                  <c:v>0.335075</c:v>
                </c:pt>
                <c:pt idx="44">
                  <c:v>0.331425</c:v>
                </c:pt>
                <c:pt idx="45">
                  <c:v>0.338275</c:v>
                </c:pt>
                <c:pt idx="46">
                  <c:v>0.335225</c:v>
                </c:pt>
                <c:pt idx="47">
                  <c:v>0.34614999999999996</c:v>
                </c:pt>
                <c:pt idx="48">
                  <c:v>0.346775</c:v>
                </c:pt>
                <c:pt idx="49">
                  <c:v>0.35192500000000004</c:v>
                </c:pt>
                <c:pt idx="50">
                  <c:v>0.36440000000000006</c:v>
                </c:pt>
                <c:pt idx="51">
                  <c:v>0.35855</c:v>
                </c:pt>
                <c:pt idx="52">
                  <c:v>0.3549</c:v>
                </c:pt>
                <c:pt idx="53">
                  <c:v>0.362425</c:v>
                </c:pt>
                <c:pt idx="54">
                  <c:v>0.36502500000000004</c:v>
                </c:pt>
                <c:pt idx="55">
                  <c:v>0.37070000000000003</c:v>
                </c:pt>
                <c:pt idx="56">
                  <c:v>0.37305</c:v>
                </c:pt>
                <c:pt idx="57">
                  <c:v>0.385875</c:v>
                </c:pt>
                <c:pt idx="58">
                  <c:v>0.37605</c:v>
                </c:pt>
                <c:pt idx="59">
                  <c:v>0.382575</c:v>
                </c:pt>
                <c:pt idx="60">
                  <c:v>0.389275</c:v>
                </c:pt>
                <c:pt idx="61">
                  <c:v>0.382075</c:v>
                </c:pt>
                <c:pt idx="62">
                  <c:v>0.38225</c:v>
                </c:pt>
                <c:pt idx="63">
                  <c:v>0.38457500000000006</c:v>
                </c:pt>
                <c:pt idx="64">
                  <c:v>0.388125</c:v>
                </c:pt>
                <c:pt idx="65">
                  <c:v>0.391825</c:v>
                </c:pt>
                <c:pt idx="66">
                  <c:v>0.38957499999999995</c:v>
                </c:pt>
                <c:pt idx="67">
                  <c:v>0.3963</c:v>
                </c:pt>
                <c:pt idx="68">
                  <c:v>0.3974</c:v>
                </c:pt>
                <c:pt idx="69">
                  <c:v>0.3976</c:v>
                </c:pt>
                <c:pt idx="70">
                  <c:v>0.40099999999999997</c:v>
                </c:pt>
                <c:pt idx="71">
                  <c:v>0.395575</c:v>
                </c:pt>
                <c:pt idx="72">
                  <c:v>0.3941</c:v>
                </c:pt>
                <c:pt idx="73">
                  <c:v>0.39790000000000003</c:v>
                </c:pt>
                <c:pt idx="74">
                  <c:v>0.39820000000000005</c:v>
                </c:pt>
                <c:pt idx="75">
                  <c:v>0.40485000000000004</c:v>
                </c:pt>
                <c:pt idx="76">
                  <c:v>0.4043</c:v>
                </c:pt>
                <c:pt idx="77">
                  <c:v>0.40385000000000004</c:v>
                </c:pt>
                <c:pt idx="78">
                  <c:v>0.39475000000000005</c:v>
                </c:pt>
                <c:pt idx="79">
                  <c:v>0.40755</c:v>
                </c:pt>
                <c:pt idx="80">
                  <c:v>0.393</c:v>
                </c:pt>
                <c:pt idx="81">
                  <c:v>0.402</c:v>
                </c:pt>
                <c:pt idx="82">
                  <c:v>0.399575</c:v>
                </c:pt>
                <c:pt idx="83">
                  <c:v>0.404425</c:v>
                </c:pt>
                <c:pt idx="84">
                  <c:v>0.40415</c:v>
                </c:pt>
                <c:pt idx="85">
                  <c:v>0.39642499999999997</c:v>
                </c:pt>
                <c:pt idx="86">
                  <c:v>0.40095</c:v>
                </c:pt>
                <c:pt idx="87">
                  <c:v>0.400125</c:v>
                </c:pt>
                <c:pt idx="88">
                  <c:v>0.3992</c:v>
                </c:pt>
                <c:pt idx="89">
                  <c:v>0.39919999999999994</c:v>
                </c:pt>
                <c:pt idx="90">
                  <c:v>0.40107500000000007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VDA — Vintage Curve (Primary)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(TG4)</c:v>
                </c:pt>
              </c:strCache>
            </c:strRef>
          </c:tx>
          <c:spPr>
            <a:ln w="31750">
              <a:solidFill>
                <a:srgbClr val="0091DA"/>
              </a:solidFill>
            </a:ln>
          </c:spP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0.07125000000000001</c:v>
                </c:pt>
                <c:pt idx="1">
                  <c:v>0.0683</c:v>
                </c:pt>
                <c:pt idx="2">
                  <c:v>0.114225</c:v>
                </c:pt>
                <c:pt idx="3">
                  <c:v>0.13440000000000002</c:v>
                </c:pt>
                <c:pt idx="4">
                  <c:v>0.168575</c:v>
                </c:pt>
                <c:pt idx="5">
                  <c:v>0.18372500000000003</c:v>
                </c:pt>
                <c:pt idx="6">
                  <c:v>0.24997499999999997</c:v>
                </c:pt>
                <c:pt idx="7">
                  <c:v>0.284925</c:v>
                </c:pt>
                <c:pt idx="8">
                  <c:v>0.358925</c:v>
                </c:pt>
                <c:pt idx="9">
                  <c:v>0.409475</c:v>
                </c:pt>
                <c:pt idx="10">
                  <c:v>0.44832500000000003</c:v>
                </c:pt>
                <c:pt idx="11">
                  <c:v>0.5125</c:v>
                </c:pt>
                <c:pt idx="12">
                  <c:v>0.57135</c:v>
                </c:pt>
                <c:pt idx="13">
                  <c:v>0.601075</c:v>
                </c:pt>
                <c:pt idx="14">
                  <c:v>0.647025</c:v>
                </c:pt>
                <c:pt idx="15">
                  <c:v>0.66955</c:v>
                </c:pt>
                <c:pt idx="16">
                  <c:v>0.708475</c:v>
                </c:pt>
                <c:pt idx="17">
                  <c:v>0.740175</c:v>
                </c:pt>
                <c:pt idx="18">
                  <c:v>0.73645</c:v>
                </c:pt>
                <c:pt idx="19">
                  <c:v>0.7685000000000001</c:v>
                </c:pt>
                <c:pt idx="20">
                  <c:v>0.7594000000000001</c:v>
                </c:pt>
                <c:pt idx="21">
                  <c:v>0.77715</c:v>
                </c:pt>
                <c:pt idx="22">
                  <c:v>0.776025</c:v>
                </c:pt>
                <c:pt idx="23">
                  <c:v>0.8002</c:v>
                </c:pt>
                <c:pt idx="24">
                  <c:v>0.793175</c:v>
                </c:pt>
                <c:pt idx="25">
                  <c:v>0.7964249999999999</c:v>
                </c:pt>
                <c:pt idx="26">
                  <c:v>0.8021499999999999</c:v>
                </c:pt>
                <c:pt idx="27">
                  <c:v>0.79355</c:v>
                </c:pt>
                <c:pt idx="28">
                  <c:v>0.807225</c:v>
                </c:pt>
                <c:pt idx="29">
                  <c:v>0.799625</c:v>
                </c:pt>
                <c:pt idx="30">
                  <c:v>0.8125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(TG7)</c:v>
                </c:pt>
              </c:strCache>
            </c:strRef>
          </c:tx>
          <c:spPr>
            <a:ln w="25400">
              <a:solidFill>
                <a:srgbClr val="9EA2A2"/>
              </a:solidFill>
              <a:prstDash val="dash"/>
            </a:ln>
          </c:spP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0.041624999999999995</c:v>
                </c:pt>
                <c:pt idx="1">
                  <c:v>0.048325</c:v>
                </c:pt>
                <c:pt idx="2">
                  <c:v>0.0541</c:v>
                </c:pt>
                <c:pt idx="3">
                  <c:v>0.08445</c:v>
                </c:pt>
                <c:pt idx="4">
                  <c:v>0.102175</c:v>
                </c:pt>
                <c:pt idx="5">
                  <c:v>0.123275</c:v>
                </c:pt>
                <c:pt idx="6">
                  <c:v>0.14895</c:v>
                </c:pt>
                <c:pt idx="7">
                  <c:v>0.17509999999999998</c:v>
                </c:pt>
                <c:pt idx="8">
                  <c:v>0.21057499999999998</c:v>
                </c:pt>
                <c:pt idx="9">
                  <c:v>0.23324999999999999</c:v>
                </c:pt>
                <c:pt idx="10">
                  <c:v>0.264175</c:v>
                </c:pt>
                <c:pt idx="11">
                  <c:v>0.310125</c:v>
                </c:pt>
                <c:pt idx="12">
                  <c:v>0.319225</c:v>
                </c:pt>
                <c:pt idx="13">
                  <c:v>0.347</c:v>
                </c:pt>
                <c:pt idx="14">
                  <c:v>0.37815</c:v>
                </c:pt>
                <c:pt idx="15">
                  <c:v>0.39805</c:v>
                </c:pt>
                <c:pt idx="16">
                  <c:v>0.42264999999999997</c:v>
                </c:pt>
                <c:pt idx="17">
                  <c:v>0.42627499999999996</c:v>
                </c:pt>
                <c:pt idx="18">
                  <c:v>0.43784999999999996</c:v>
                </c:pt>
                <c:pt idx="19">
                  <c:v>0.44835</c:v>
                </c:pt>
                <c:pt idx="20">
                  <c:v>0.45375</c:v>
                </c:pt>
                <c:pt idx="21">
                  <c:v>0.468025</c:v>
                </c:pt>
                <c:pt idx="22">
                  <c:v>0.455975</c:v>
                </c:pt>
                <c:pt idx="23">
                  <c:v>0.4654</c:v>
                </c:pt>
                <c:pt idx="24">
                  <c:v>0.45532500000000004</c:v>
                </c:pt>
                <c:pt idx="25">
                  <c:v>0.47107499999999997</c:v>
                </c:pt>
                <c:pt idx="26">
                  <c:v>0.47397500000000004</c:v>
                </c:pt>
                <c:pt idx="27">
                  <c:v>0.46825</c:v>
                </c:pt>
                <c:pt idx="28">
                  <c:v>0.47245000000000004</c:v>
                </c:pt>
                <c:pt idx="29">
                  <c:v>0.46440000000000003</c:v>
                </c:pt>
                <c:pt idx="30">
                  <c:v>0.47205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VDT — Vintage Curve (Primary)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(TG4)</c:v>
                </c:pt>
              </c:strCache>
            </c:strRef>
          </c:tx>
          <c:spPr>
            <a:ln w="31750">
              <a:solidFill>
                <a:srgbClr val="0091DA"/>
              </a:solidFill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5.274725</c:v>
                </c:pt>
                <c:pt idx="1">
                  <c:v>5.544999999999999</c:v>
                </c:pt>
                <c:pt idx="2">
                  <c:v>4.719250000000001</c:v>
                </c:pt>
                <c:pt idx="3">
                  <c:v>6.500025000000001</c:v>
                </c:pt>
                <c:pt idx="4">
                  <c:v>5.918475</c:v>
                </c:pt>
                <c:pt idx="5">
                  <c:v>8.397625</c:v>
                </c:pt>
                <c:pt idx="6">
                  <c:v>7.384075</c:v>
                </c:pt>
                <c:pt idx="7">
                  <c:v>8.124625000000002</c:v>
                </c:pt>
                <c:pt idx="8">
                  <c:v>9.62545</c:v>
                </c:pt>
                <c:pt idx="9">
                  <c:v>9.791174999999999</c:v>
                </c:pt>
                <c:pt idx="10">
                  <c:v>10.580925</c:v>
                </c:pt>
                <c:pt idx="11">
                  <c:v>10.922274999999999</c:v>
                </c:pt>
                <c:pt idx="12">
                  <c:v>12.13045</c:v>
                </c:pt>
                <c:pt idx="13">
                  <c:v>12.846549999999999</c:v>
                </c:pt>
                <c:pt idx="14">
                  <c:v>14.05055</c:v>
                </c:pt>
                <c:pt idx="15">
                  <c:v>14.67305</c:v>
                </c:pt>
                <c:pt idx="16">
                  <c:v>16.3806</c:v>
                </c:pt>
                <c:pt idx="17">
                  <c:v>16.42085</c:v>
                </c:pt>
                <c:pt idx="18">
                  <c:v>18.11045</c:v>
                </c:pt>
                <c:pt idx="19">
                  <c:v>19.411250000000003</c:v>
                </c:pt>
                <c:pt idx="20">
                  <c:v>19.390225</c:v>
                </c:pt>
                <c:pt idx="21">
                  <c:v>20.622300000000003</c:v>
                </c:pt>
                <c:pt idx="22">
                  <c:v>21.65045</c:v>
                </c:pt>
                <c:pt idx="23">
                  <c:v>24.2474</c:v>
                </c:pt>
                <c:pt idx="24">
                  <c:v>25.07915</c:v>
                </c:pt>
                <c:pt idx="25">
                  <c:v>26.887125</c:v>
                </c:pt>
                <c:pt idx="26">
                  <c:v>26.951299999999996</c:v>
                </c:pt>
                <c:pt idx="27">
                  <c:v>28.499025</c:v>
                </c:pt>
                <c:pt idx="28">
                  <c:v>30.825525000000003</c:v>
                </c:pt>
                <c:pt idx="29">
                  <c:v>30.951649999999997</c:v>
                </c:pt>
                <c:pt idx="30">
                  <c:v>33.0178</c:v>
                </c:pt>
                <c:pt idx="31">
                  <c:v>34.575575</c:v>
                </c:pt>
                <c:pt idx="32">
                  <c:v>35.520675000000004</c:v>
                </c:pt>
                <c:pt idx="33">
                  <c:v>37.488175</c:v>
                </c:pt>
                <c:pt idx="34">
                  <c:v>37.8879</c:v>
                </c:pt>
                <c:pt idx="35">
                  <c:v>38.249925000000005</c:v>
                </c:pt>
                <c:pt idx="36">
                  <c:v>39.437175</c:v>
                </c:pt>
                <c:pt idx="37">
                  <c:v>40.93875</c:v>
                </c:pt>
                <c:pt idx="38">
                  <c:v>41.565725</c:v>
                </c:pt>
                <c:pt idx="39">
                  <c:v>42.8321</c:v>
                </c:pt>
                <c:pt idx="40">
                  <c:v>43.638775</c:v>
                </c:pt>
                <c:pt idx="41">
                  <c:v>44.515025</c:v>
                </c:pt>
                <c:pt idx="42">
                  <c:v>46.283649999999994</c:v>
                </c:pt>
                <c:pt idx="43">
                  <c:v>45.381475</c:v>
                </c:pt>
                <c:pt idx="44">
                  <c:v>47.536300000000004</c:v>
                </c:pt>
                <c:pt idx="45">
                  <c:v>48.463</c:v>
                </c:pt>
                <c:pt idx="46">
                  <c:v>47.84825000000001</c:v>
                </c:pt>
                <c:pt idx="47">
                  <c:v>49.52635</c:v>
                </c:pt>
                <c:pt idx="48">
                  <c:v>49.461275</c:v>
                </c:pt>
                <c:pt idx="49">
                  <c:v>50.190774999999995</c:v>
                </c:pt>
                <c:pt idx="50">
                  <c:v>50.156575000000004</c:v>
                </c:pt>
                <c:pt idx="51">
                  <c:v>50.262275</c:v>
                </c:pt>
                <c:pt idx="52">
                  <c:v>52.186299999999996</c:v>
                </c:pt>
                <c:pt idx="53">
                  <c:v>51.96775</c:v>
                </c:pt>
                <c:pt idx="54">
                  <c:v>53.00895</c:v>
                </c:pt>
                <c:pt idx="55">
                  <c:v>52.7505</c:v>
                </c:pt>
                <c:pt idx="56">
                  <c:v>52.75445</c:v>
                </c:pt>
                <c:pt idx="57">
                  <c:v>53.5773</c:v>
                </c:pt>
                <c:pt idx="58">
                  <c:v>52.956025</c:v>
                </c:pt>
                <c:pt idx="59">
                  <c:v>53.49025</c:v>
                </c:pt>
                <c:pt idx="60">
                  <c:v>54.2441</c:v>
                </c:pt>
                <c:pt idx="61">
                  <c:v>54.72135</c:v>
                </c:pt>
                <c:pt idx="62">
                  <c:v>54.957375</c:v>
                </c:pt>
                <c:pt idx="63">
                  <c:v>55.033550000000005</c:v>
                </c:pt>
                <c:pt idx="64">
                  <c:v>55.755449999999996</c:v>
                </c:pt>
                <c:pt idx="65">
                  <c:v>54.484225</c:v>
                </c:pt>
                <c:pt idx="66">
                  <c:v>54.760850000000005</c:v>
                </c:pt>
                <c:pt idx="67">
                  <c:v>56.1835</c:v>
                </c:pt>
                <c:pt idx="68">
                  <c:v>55.792049999999996</c:v>
                </c:pt>
                <c:pt idx="69">
                  <c:v>56.684225000000005</c:v>
                </c:pt>
                <c:pt idx="70">
                  <c:v>56.559025000000005</c:v>
                </c:pt>
                <c:pt idx="71">
                  <c:v>56.33630000000001</c:v>
                </c:pt>
                <c:pt idx="72">
                  <c:v>55.7201</c:v>
                </c:pt>
                <c:pt idx="73">
                  <c:v>55.818549999999995</c:v>
                </c:pt>
                <c:pt idx="74">
                  <c:v>56.410375</c:v>
                </c:pt>
                <c:pt idx="75">
                  <c:v>55.208575</c:v>
                </c:pt>
                <c:pt idx="76">
                  <c:v>57.44575</c:v>
                </c:pt>
                <c:pt idx="77">
                  <c:v>56.0777</c:v>
                </c:pt>
                <c:pt idx="78">
                  <c:v>56.190675</c:v>
                </c:pt>
                <c:pt idx="79">
                  <c:v>57.2518</c:v>
                </c:pt>
                <c:pt idx="80">
                  <c:v>56.95715</c:v>
                </c:pt>
                <c:pt idx="81">
                  <c:v>55.894575</c:v>
                </c:pt>
                <c:pt idx="82">
                  <c:v>56.999599999999994</c:v>
                </c:pt>
                <c:pt idx="83">
                  <c:v>56.530025</c:v>
                </c:pt>
                <c:pt idx="84">
                  <c:v>56.685475</c:v>
                </c:pt>
                <c:pt idx="85">
                  <c:v>57.90587500000001</c:v>
                </c:pt>
                <c:pt idx="86">
                  <c:v>57.911474999999996</c:v>
                </c:pt>
                <c:pt idx="87">
                  <c:v>56.392275</c:v>
                </c:pt>
                <c:pt idx="88">
                  <c:v>57.1734</c:v>
                </c:pt>
                <c:pt idx="89">
                  <c:v>57.185225</c:v>
                </c:pt>
                <c:pt idx="90">
                  <c:v>57.498349999999995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(TG7)</c:v>
                </c:pt>
              </c:strCache>
            </c:strRef>
          </c:tx>
          <c:spPr>
            <a:ln w="25400">
              <a:solidFill>
                <a:srgbClr val="9EA2A2"/>
              </a:solidFill>
              <a:prstDash val="dash"/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5.329325000000001</c:v>
                </c:pt>
                <c:pt idx="1">
                  <c:v>3.26105</c:v>
                </c:pt>
                <c:pt idx="2">
                  <c:v>5.827425000000001</c:v>
                </c:pt>
                <c:pt idx="3">
                  <c:v>5.5916749999999995</c:v>
                </c:pt>
                <c:pt idx="4">
                  <c:v>6.7384</c:v>
                </c:pt>
                <c:pt idx="5">
                  <c:v>6.999275</c:v>
                </c:pt>
                <c:pt idx="6">
                  <c:v>7.48755</c:v>
                </c:pt>
                <c:pt idx="7">
                  <c:v>7.1906</c:v>
                </c:pt>
                <c:pt idx="8">
                  <c:v>9.396575</c:v>
                </c:pt>
                <c:pt idx="9">
                  <c:v>9.838525</c:v>
                </c:pt>
                <c:pt idx="10">
                  <c:v>10.086125</c:v>
                </c:pt>
                <c:pt idx="11">
                  <c:v>11.209674999999999</c:v>
                </c:pt>
                <c:pt idx="12">
                  <c:v>11.558800000000002</c:v>
                </c:pt>
                <c:pt idx="13">
                  <c:v>12.046199999999999</c:v>
                </c:pt>
                <c:pt idx="14">
                  <c:v>12.31865</c:v>
                </c:pt>
                <c:pt idx="15">
                  <c:v>14.1534</c:v>
                </c:pt>
                <c:pt idx="16">
                  <c:v>14.213999999999999</c:v>
                </c:pt>
                <c:pt idx="17">
                  <c:v>16.2221</c:v>
                </c:pt>
                <c:pt idx="18">
                  <c:v>16.901600000000002</c:v>
                </c:pt>
                <c:pt idx="19">
                  <c:v>17.157649999999997</c:v>
                </c:pt>
                <c:pt idx="20">
                  <c:v>18.969475</c:v>
                </c:pt>
                <c:pt idx="21">
                  <c:v>20.035725</c:v>
                </c:pt>
                <c:pt idx="22">
                  <c:v>20.73885</c:v>
                </c:pt>
                <c:pt idx="23">
                  <c:v>22.937799999999996</c:v>
                </c:pt>
                <c:pt idx="24">
                  <c:v>23.367775</c:v>
                </c:pt>
                <c:pt idx="25">
                  <c:v>24.015375000000002</c:v>
                </c:pt>
                <c:pt idx="26">
                  <c:v>26.042724999999997</c:v>
                </c:pt>
                <c:pt idx="27">
                  <c:v>26.7083</c:v>
                </c:pt>
                <c:pt idx="28">
                  <c:v>28.298975000000002</c:v>
                </c:pt>
                <c:pt idx="29">
                  <c:v>30.092624999999998</c:v>
                </c:pt>
                <c:pt idx="30">
                  <c:v>31.646725</c:v>
                </c:pt>
                <c:pt idx="31">
                  <c:v>31.42705</c:v>
                </c:pt>
                <c:pt idx="32">
                  <c:v>33.60325</c:v>
                </c:pt>
                <c:pt idx="33">
                  <c:v>33.404675000000005</c:v>
                </c:pt>
                <c:pt idx="34">
                  <c:v>35.466475</c:v>
                </c:pt>
                <c:pt idx="35">
                  <c:v>36.892125</c:v>
                </c:pt>
                <c:pt idx="36">
                  <c:v>36.5294</c:v>
                </c:pt>
                <c:pt idx="37">
                  <c:v>38.812675</c:v>
                </c:pt>
                <c:pt idx="38">
                  <c:v>39.23375</c:v>
                </c:pt>
                <c:pt idx="39">
                  <c:v>40.63145</c:v>
                </c:pt>
                <c:pt idx="40">
                  <c:v>41.7283</c:v>
                </c:pt>
                <c:pt idx="41">
                  <c:v>43.68189999999999</c:v>
                </c:pt>
                <c:pt idx="42">
                  <c:v>43.176674999999996</c:v>
                </c:pt>
                <c:pt idx="43">
                  <c:v>44.349000000000004</c:v>
                </c:pt>
                <c:pt idx="44">
                  <c:v>45.119175</c:v>
                </c:pt>
                <c:pt idx="45">
                  <c:v>45.0287</c:v>
                </c:pt>
                <c:pt idx="46">
                  <c:v>47.332750000000004</c:v>
                </c:pt>
                <c:pt idx="47">
                  <c:v>46.925475</c:v>
                </c:pt>
                <c:pt idx="48">
                  <c:v>46.91545</c:v>
                </c:pt>
                <c:pt idx="49">
                  <c:v>49.104074999999995</c:v>
                </c:pt>
                <c:pt idx="50">
                  <c:v>48.80145</c:v>
                </c:pt>
                <c:pt idx="51">
                  <c:v>49.220074999999994</c:v>
                </c:pt>
                <c:pt idx="52">
                  <c:v>48.714924999999994</c:v>
                </c:pt>
                <c:pt idx="53">
                  <c:v>50.9041</c:v>
                </c:pt>
                <c:pt idx="54">
                  <c:v>50.276975</c:v>
                </c:pt>
                <c:pt idx="55">
                  <c:v>50.484225</c:v>
                </c:pt>
                <c:pt idx="56">
                  <c:v>51.0918</c:v>
                </c:pt>
                <c:pt idx="57">
                  <c:v>50.43355</c:v>
                </c:pt>
                <c:pt idx="58">
                  <c:v>51.559574999999995</c:v>
                </c:pt>
                <c:pt idx="59">
                  <c:v>51.53365</c:v>
                </c:pt>
                <c:pt idx="60">
                  <c:v>51.42274999999999</c:v>
                </c:pt>
                <c:pt idx="61">
                  <c:v>51.70955000000001</c:v>
                </c:pt>
                <c:pt idx="62">
                  <c:v>52.360375</c:v>
                </c:pt>
                <c:pt idx="63">
                  <c:v>51.8699</c:v>
                </c:pt>
                <c:pt idx="64">
                  <c:v>52.5953</c:v>
                </c:pt>
                <c:pt idx="65">
                  <c:v>52.561024999999994</c:v>
                </c:pt>
                <c:pt idx="66">
                  <c:v>53.817800000000005</c:v>
                </c:pt>
                <c:pt idx="67">
                  <c:v>53.358775</c:v>
                </c:pt>
                <c:pt idx="68">
                  <c:v>54.08685</c:v>
                </c:pt>
                <c:pt idx="69">
                  <c:v>53.283075</c:v>
                </c:pt>
                <c:pt idx="70">
                  <c:v>52.473775</c:v>
                </c:pt>
                <c:pt idx="71">
                  <c:v>52.727824999999996</c:v>
                </c:pt>
                <c:pt idx="72">
                  <c:v>54.48065</c:v>
                </c:pt>
                <c:pt idx="73">
                  <c:v>53.568075</c:v>
                </c:pt>
                <c:pt idx="74">
                  <c:v>53.6816</c:v>
                </c:pt>
                <c:pt idx="75">
                  <c:v>52.85275</c:v>
                </c:pt>
                <c:pt idx="76">
                  <c:v>54.733824999999996</c:v>
                </c:pt>
                <c:pt idx="77">
                  <c:v>54.3311</c:v>
                </c:pt>
                <c:pt idx="78">
                  <c:v>54.597925000000004</c:v>
                </c:pt>
                <c:pt idx="79">
                  <c:v>54.170725</c:v>
                </c:pt>
                <c:pt idx="80">
                  <c:v>54.23165</c:v>
                </c:pt>
                <c:pt idx="81">
                  <c:v>54.11602500000001</c:v>
                </c:pt>
                <c:pt idx="82">
                  <c:v>54.144925</c:v>
                </c:pt>
                <c:pt idx="83">
                  <c:v>55.349275</c:v>
                </c:pt>
                <c:pt idx="84">
                  <c:v>54.085249999999995</c:v>
                </c:pt>
                <c:pt idx="85">
                  <c:v>54.26049999999999</c:v>
                </c:pt>
                <c:pt idx="86">
                  <c:v>54.83045</c:v>
                </c:pt>
                <c:pt idx="87">
                  <c:v>54.741775</c:v>
                </c:pt>
                <c:pt idx="88">
                  <c:v>54.49955</c:v>
                </c:pt>
                <c:pt idx="89">
                  <c:v>54.804525</c:v>
                </c:pt>
                <c:pt idx="90">
                  <c:v>54.243449999999996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VUI — Vintage Curve (Primary)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(TG4)</c:v>
                </c:pt>
              </c:strCache>
            </c:strRef>
          </c:tx>
          <c:spPr>
            <a:ln w="31750">
              <a:solidFill>
                <a:srgbClr val="0091DA"/>
              </a:solidFill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1.22925</c:v>
                </c:pt>
                <c:pt idx="1">
                  <c:v>0.930175</c:v>
                </c:pt>
                <c:pt idx="2">
                  <c:v>1.122675</c:v>
                </c:pt>
                <c:pt idx="3">
                  <c:v>1.350475</c:v>
                </c:pt>
                <c:pt idx="4">
                  <c:v>1.52855</c:v>
                </c:pt>
                <c:pt idx="5">
                  <c:v>1.573225</c:v>
                </c:pt>
                <c:pt idx="6">
                  <c:v>1.68175</c:v>
                </c:pt>
                <c:pt idx="7">
                  <c:v>1.9353</c:v>
                </c:pt>
                <c:pt idx="8">
                  <c:v>1.693325</c:v>
                </c:pt>
                <c:pt idx="9">
                  <c:v>2.115475</c:v>
                </c:pt>
                <c:pt idx="10">
                  <c:v>2.16675</c:v>
                </c:pt>
                <c:pt idx="11">
                  <c:v>2.450825</c:v>
                </c:pt>
                <c:pt idx="12">
                  <c:v>2.7357750000000003</c:v>
                </c:pt>
                <c:pt idx="13">
                  <c:v>2.758625</c:v>
                </c:pt>
                <c:pt idx="14">
                  <c:v>3.177925</c:v>
                </c:pt>
                <c:pt idx="15">
                  <c:v>3.37175</c:v>
                </c:pt>
                <c:pt idx="16">
                  <c:v>3.367325</c:v>
                </c:pt>
                <c:pt idx="17">
                  <c:v>3.5498250000000002</c:v>
                </c:pt>
                <c:pt idx="18">
                  <c:v>3.9131</c:v>
                </c:pt>
                <c:pt idx="19">
                  <c:v>4.166275000000001</c:v>
                </c:pt>
                <c:pt idx="20">
                  <c:v>4.3462250000000004</c:v>
                </c:pt>
                <c:pt idx="21">
                  <c:v>4.688975</c:v>
                </c:pt>
                <c:pt idx="22">
                  <c:v>5.018</c:v>
                </c:pt>
                <c:pt idx="23">
                  <c:v>5.261324999999999</c:v>
                </c:pt>
                <c:pt idx="24">
                  <c:v>5.43845</c:v>
                </c:pt>
                <c:pt idx="25">
                  <c:v>5.982200000000001</c:v>
                </c:pt>
                <c:pt idx="26">
                  <c:v>6.14745</c:v>
                </c:pt>
                <c:pt idx="27">
                  <c:v>6.10225</c:v>
                </c:pt>
                <c:pt idx="28">
                  <c:v>6.921525</c:v>
                </c:pt>
                <c:pt idx="29">
                  <c:v>7.107175</c:v>
                </c:pt>
                <c:pt idx="30">
                  <c:v>6.84445</c:v>
                </c:pt>
                <c:pt idx="31">
                  <c:v>7.165075</c:v>
                </c:pt>
                <c:pt idx="32">
                  <c:v>7.43335</c:v>
                </c:pt>
                <c:pt idx="33">
                  <c:v>7.932525</c:v>
                </c:pt>
                <c:pt idx="34">
                  <c:v>8.275225</c:v>
                </c:pt>
                <c:pt idx="35">
                  <c:v>8.509225</c:v>
                </c:pt>
                <c:pt idx="36">
                  <c:v>8.688925</c:v>
                </c:pt>
                <c:pt idx="37">
                  <c:v>9.0261</c:v>
                </c:pt>
                <c:pt idx="38">
                  <c:v>9.53475</c:v>
                </c:pt>
                <c:pt idx="39">
                  <c:v>9.325925000000002</c:v>
                </c:pt>
                <c:pt idx="40">
                  <c:v>9.487775</c:v>
                </c:pt>
                <c:pt idx="41">
                  <c:v>9.733425</c:v>
                </c:pt>
                <c:pt idx="42">
                  <c:v>10.059225</c:v>
                </c:pt>
                <c:pt idx="43">
                  <c:v>10.209675</c:v>
                </c:pt>
                <c:pt idx="44">
                  <c:v>10.505025</c:v>
                </c:pt>
                <c:pt idx="45">
                  <c:v>10.465625000000001</c:v>
                </c:pt>
                <c:pt idx="46">
                  <c:v>10.6552</c:v>
                </c:pt>
                <c:pt idx="47">
                  <c:v>10.812550000000002</c:v>
                </c:pt>
                <c:pt idx="48">
                  <c:v>10.84295</c:v>
                </c:pt>
                <c:pt idx="49">
                  <c:v>11.064900000000002</c:v>
                </c:pt>
                <c:pt idx="50">
                  <c:v>11.032475</c:v>
                </c:pt>
                <c:pt idx="51">
                  <c:v>11.2909</c:v>
                </c:pt>
                <c:pt idx="52">
                  <c:v>11.273975000000002</c:v>
                </c:pt>
                <c:pt idx="53">
                  <c:v>11.345625</c:v>
                </c:pt>
                <c:pt idx="54">
                  <c:v>11.539625000000001</c:v>
                </c:pt>
                <c:pt idx="55">
                  <c:v>11.597824999999998</c:v>
                </c:pt>
                <c:pt idx="56">
                  <c:v>11.867975000000001</c:v>
                </c:pt>
                <c:pt idx="57">
                  <c:v>11.81845</c:v>
                </c:pt>
                <c:pt idx="58">
                  <c:v>11.951875000000001</c:v>
                </c:pt>
                <c:pt idx="59">
                  <c:v>11.723200000000002</c:v>
                </c:pt>
                <c:pt idx="60">
                  <c:v>12.020924999999998</c:v>
                </c:pt>
                <c:pt idx="61">
                  <c:v>11.936924999999999</c:v>
                </c:pt>
                <c:pt idx="62">
                  <c:v>11.9852</c:v>
                </c:pt>
                <c:pt idx="63">
                  <c:v>11.936675</c:v>
                </c:pt>
                <c:pt idx="64">
                  <c:v>12.13285</c:v>
                </c:pt>
                <c:pt idx="65">
                  <c:v>12.3976</c:v>
                </c:pt>
                <c:pt idx="66">
                  <c:v>12.329524999999999</c:v>
                </c:pt>
                <c:pt idx="67">
                  <c:v>12.355899999999998</c:v>
                </c:pt>
                <c:pt idx="68">
                  <c:v>12.204324999999999</c:v>
                </c:pt>
                <c:pt idx="69">
                  <c:v>12.194625000000002</c:v>
                </c:pt>
                <c:pt idx="70">
                  <c:v>12.405075</c:v>
                </c:pt>
                <c:pt idx="71">
                  <c:v>12.456600000000002</c:v>
                </c:pt>
                <c:pt idx="72">
                  <c:v>12.48975</c:v>
                </c:pt>
                <c:pt idx="73">
                  <c:v>12.418575</c:v>
                </c:pt>
                <c:pt idx="74">
                  <c:v>12.471625</c:v>
                </c:pt>
                <c:pt idx="75">
                  <c:v>12.597325</c:v>
                </c:pt>
                <c:pt idx="76">
                  <c:v>12.644275</c:v>
                </c:pt>
                <c:pt idx="77">
                  <c:v>12.499275</c:v>
                </c:pt>
                <c:pt idx="78">
                  <c:v>12.637175</c:v>
                </c:pt>
                <c:pt idx="79">
                  <c:v>12.3031</c:v>
                </c:pt>
                <c:pt idx="80">
                  <c:v>12.4561</c:v>
                </c:pt>
                <c:pt idx="81">
                  <c:v>12.367725</c:v>
                </c:pt>
                <c:pt idx="82">
                  <c:v>12.458725000000001</c:v>
                </c:pt>
                <c:pt idx="83">
                  <c:v>12.593924999999999</c:v>
                </c:pt>
                <c:pt idx="84">
                  <c:v>12.458575</c:v>
                </c:pt>
                <c:pt idx="85">
                  <c:v>12.605225</c:v>
                </c:pt>
                <c:pt idx="86">
                  <c:v>12.915375</c:v>
                </c:pt>
                <c:pt idx="87">
                  <c:v>12.334625</c:v>
                </c:pt>
                <c:pt idx="88">
                  <c:v>12.75575</c:v>
                </c:pt>
                <c:pt idx="89">
                  <c:v>12.562475000000001</c:v>
                </c:pt>
                <c:pt idx="90">
                  <c:v>12.77845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(TG7)</c:v>
                </c:pt>
              </c:strCache>
            </c:strRef>
          </c:tx>
          <c:spPr>
            <a:ln w="25400">
              <a:solidFill>
                <a:srgbClr val="9EA2A2"/>
              </a:solidFill>
              <a:prstDash val="dash"/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1.2830249999999999</c:v>
                </c:pt>
                <c:pt idx="1">
                  <c:v>1.170225</c:v>
                </c:pt>
                <c:pt idx="2">
                  <c:v>0.90875</c:v>
                </c:pt>
                <c:pt idx="3">
                  <c:v>1.27805</c:v>
                </c:pt>
                <c:pt idx="4">
                  <c:v>1.316675</c:v>
                </c:pt>
                <c:pt idx="5">
                  <c:v>1.2145</c:v>
                </c:pt>
                <c:pt idx="6">
                  <c:v>1.6481</c:v>
                </c:pt>
                <c:pt idx="7">
                  <c:v>1.9707999999999999</c:v>
                </c:pt>
                <c:pt idx="8">
                  <c:v>1.849525</c:v>
                </c:pt>
                <c:pt idx="9">
                  <c:v>2.096975</c:v>
                </c:pt>
                <c:pt idx="10">
                  <c:v>2.084625</c:v>
                </c:pt>
                <c:pt idx="11">
                  <c:v>2.5244500000000003</c:v>
                </c:pt>
                <c:pt idx="12">
                  <c:v>2.531825</c:v>
                </c:pt>
                <c:pt idx="13">
                  <c:v>2.7799750000000003</c:v>
                </c:pt>
                <c:pt idx="14">
                  <c:v>3.15215</c:v>
                </c:pt>
                <c:pt idx="15">
                  <c:v>3.0131500000000004</c:v>
                </c:pt>
                <c:pt idx="16">
                  <c:v>3.460275</c:v>
                </c:pt>
                <c:pt idx="17">
                  <c:v>3.7405749999999998</c:v>
                </c:pt>
                <c:pt idx="18">
                  <c:v>4.117175</c:v>
                </c:pt>
                <c:pt idx="19">
                  <c:v>3.9507499999999998</c:v>
                </c:pt>
                <c:pt idx="20">
                  <c:v>4.2344</c:v>
                </c:pt>
                <c:pt idx="21">
                  <c:v>4.34785</c:v>
                </c:pt>
                <c:pt idx="22">
                  <c:v>4.734299999999999</c:v>
                </c:pt>
                <c:pt idx="23">
                  <c:v>5.132925</c:v>
                </c:pt>
                <c:pt idx="24">
                  <c:v>5.170224999999999</c:v>
                </c:pt>
                <c:pt idx="25">
                  <c:v>5.667275</c:v>
                </c:pt>
                <c:pt idx="26">
                  <c:v>5.8944</c:v>
                </c:pt>
                <c:pt idx="27">
                  <c:v>6.1185</c:v>
                </c:pt>
                <c:pt idx="28">
                  <c:v>6.168675</c:v>
                </c:pt>
                <c:pt idx="29">
                  <c:v>6.6613500000000005</c:v>
                </c:pt>
                <c:pt idx="30">
                  <c:v>6.9964249999999995</c:v>
                </c:pt>
                <c:pt idx="31">
                  <c:v>7.314875</c:v>
                </c:pt>
                <c:pt idx="32">
                  <c:v>7.5786</c:v>
                </c:pt>
                <c:pt idx="33">
                  <c:v>7.79795</c:v>
                </c:pt>
                <c:pt idx="34">
                  <c:v>8.146799999999999</c:v>
                </c:pt>
                <c:pt idx="35">
                  <c:v>8.20165</c:v>
                </c:pt>
                <c:pt idx="36">
                  <c:v>8.515525</c:v>
                </c:pt>
                <c:pt idx="37">
                  <c:v>8.821425</c:v>
                </c:pt>
                <c:pt idx="38">
                  <c:v>9.034275000000001</c:v>
                </c:pt>
                <c:pt idx="39">
                  <c:v>9.171275000000001</c:v>
                </c:pt>
                <c:pt idx="40">
                  <c:v>9.2624</c:v>
                </c:pt>
                <c:pt idx="41">
                  <c:v>9.609525</c:v>
                </c:pt>
                <c:pt idx="42">
                  <c:v>9.9116</c:v>
                </c:pt>
                <c:pt idx="43">
                  <c:v>9.911175</c:v>
                </c:pt>
                <c:pt idx="44">
                  <c:v>10.242899999999999</c:v>
                </c:pt>
                <c:pt idx="45">
                  <c:v>10.446900000000001</c:v>
                </c:pt>
                <c:pt idx="46">
                  <c:v>10.521575</c:v>
                </c:pt>
                <c:pt idx="47">
                  <c:v>10.53135</c:v>
                </c:pt>
                <c:pt idx="48">
                  <c:v>10.780525</c:v>
                </c:pt>
                <c:pt idx="49">
                  <c:v>10.978425</c:v>
                </c:pt>
                <c:pt idx="50">
                  <c:v>10.914874999999999</c:v>
                </c:pt>
                <c:pt idx="51">
                  <c:v>11.206775</c:v>
                </c:pt>
                <c:pt idx="52">
                  <c:v>11.2221</c:v>
                </c:pt>
                <c:pt idx="53">
                  <c:v>11.342325</c:v>
                </c:pt>
                <c:pt idx="54">
                  <c:v>11.440150000000001</c:v>
                </c:pt>
                <c:pt idx="55">
                  <c:v>11.312125</c:v>
                </c:pt>
                <c:pt idx="56">
                  <c:v>11.2904</c:v>
                </c:pt>
                <c:pt idx="57">
                  <c:v>11.4153</c:v>
                </c:pt>
                <c:pt idx="58">
                  <c:v>11.754875</c:v>
                </c:pt>
                <c:pt idx="59">
                  <c:v>11.609075</c:v>
                </c:pt>
                <c:pt idx="60">
                  <c:v>11.75775</c:v>
                </c:pt>
                <c:pt idx="61">
                  <c:v>11.727</c:v>
                </c:pt>
                <c:pt idx="62">
                  <c:v>11.72605</c:v>
                </c:pt>
                <c:pt idx="63">
                  <c:v>12.049675</c:v>
                </c:pt>
                <c:pt idx="64">
                  <c:v>12.055925</c:v>
                </c:pt>
                <c:pt idx="65">
                  <c:v>11.850925</c:v>
                </c:pt>
                <c:pt idx="66">
                  <c:v>12.002825</c:v>
                </c:pt>
                <c:pt idx="67">
                  <c:v>11.97065</c:v>
                </c:pt>
                <c:pt idx="68">
                  <c:v>12.013924999999999</c:v>
                </c:pt>
                <c:pt idx="69">
                  <c:v>12.0727</c:v>
                </c:pt>
                <c:pt idx="70">
                  <c:v>12.231625</c:v>
                </c:pt>
                <c:pt idx="71">
                  <c:v>12.149275000000001</c:v>
                </c:pt>
                <c:pt idx="72">
                  <c:v>11.952324999999998</c:v>
                </c:pt>
                <c:pt idx="73">
                  <c:v>11.947875</c:v>
                </c:pt>
                <c:pt idx="74">
                  <c:v>12.2488</c:v>
                </c:pt>
                <c:pt idx="75">
                  <c:v>12.087925</c:v>
                </c:pt>
                <c:pt idx="76">
                  <c:v>12.279475</c:v>
                </c:pt>
                <c:pt idx="77">
                  <c:v>12.2831</c:v>
                </c:pt>
                <c:pt idx="78">
                  <c:v>12.049624999999999</c:v>
                </c:pt>
                <c:pt idx="79">
                  <c:v>12.168750000000001</c:v>
                </c:pt>
                <c:pt idx="80">
                  <c:v>12.382750000000001</c:v>
                </c:pt>
                <c:pt idx="81">
                  <c:v>12.073125</c:v>
                </c:pt>
                <c:pt idx="82">
                  <c:v>12.294075000000001</c:v>
                </c:pt>
                <c:pt idx="83">
                  <c:v>12.19415</c:v>
                </c:pt>
                <c:pt idx="84">
                  <c:v>12.292100000000001</c:v>
                </c:pt>
                <c:pt idx="85">
                  <c:v>12.61735</c:v>
                </c:pt>
                <c:pt idx="86">
                  <c:v>12.024325000000001</c:v>
                </c:pt>
                <c:pt idx="87">
                  <c:v>12.199275</c:v>
                </c:pt>
                <c:pt idx="88">
                  <c:v>12.566125</c:v>
                </c:pt>
                <c:pt idx="89">
                  <c:v>12.132825</c:v>
                </c:pt>
                <c:pt idx="90">
                  <c:v>12.411675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VUT — Vintage Curve (Primary)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(TG4)</c:v>
                </c:pt>
              </c:strCache>
            </c:strRef>
          </c:tx>
          <c:spPr>
            <a:ln w="31750">
              <a:solidFill>
                <a:srgbClr val="0091DA"/>
              </a:solidFill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0.224175</c:v>
                </c:pt>
                <c:pt idx="1">
                  <c:v>0.29047500000000004</c:v>
                </c:pt>
                <c:pt idx="2">
                  <c:v>0.319175</c:v>
                </c:pt>
                <c:pt idx="3">
                  <c:v>0.335225</c:v>
                </c:pt>
                <c:pt idx="4">
                  <c:v>0.39794999999999997</c:v>
                </c:pt>
                <c:pt idx="5">
                  <c:v>0.39792500000000003</c:v>
                </c:pt>
                <c:pt idx="6">
                  <c:v>0.418875</c:v>
                </c:pt>
                <c:pt idx="7">
                  <c:v>0.45465</c:v>
                </c:pt>
                <c:pt idx="8">
                  <c:v>0.484525</c:v>
                </c:pt>
                <c:pt idx="9">
                  <c:v>0.516325</c:v>
                </c:pt>
                <c:pt idx="10">
                  <c:v>0.550925</c:v>
                </c:pt>
                <c:pt idx="11">
                  <c:v>0.611225</c:v>
                </c:pt>
                <c:pt idx="12">
                  <c:v>0.6291249999999999</c:v>
                </c:pt>
                <c:pt idx="13">
                  <c:v>0.7033</c:v>
                </c:pt>
                <c:pt idx="14">
                  <c:v>0.7473</c:v>
                </c:pt>
                <c:pt idx="15">
                  <c:v>0.7955749999999999</c:v>
                </c:pt>
                <c:pt idx="16">
                  <c:v>0.84855</c:v>
                </c:pt>
                <c:pt idx="17">
                  <c:v>0.89905</c:v>
                </c:pt>
                <c:pt idx="18">
                  <c:v>0.9788499999999999</c:v>
                </c:pt>
                <c:pt idx="19">
                  <c:v>1.00355</c:v>
                </c:pt>
                <c:pt idx="20">
                  <c:v>1.11585</c:v>
                </c:pt>
                <c:pt idx="21">
                  <c:v>1.152675</c:v>
                </c:pt>
                <c:pt idx="22">
                  <c:v>1.21005</c:v>
                </c:pt>
                <c:pt idx="23">
                  <c:v>1.259275</c:v>
                </c:pt>
                <c:pt idx="24">
                  <c:v>1.3030249999999999</c:v>
                </c:pt>
                <c:pt idx="25">
                  <c:v>1.4180249999999999</c:v>
                </c:pt>
                <c:pt idx="26">
                  <c:v>1.437575</c:v>
                </c:pt>
                <c:pt idx="27">
                  <c:v>1.606975</c:v>
                </c:pt>
                <c:pt idx="28">
                  <c:v>1.6457000000000002</c:v>
                </c:pt>
                <c:pt idx="29">
                  <c:v>1.6748750000000001</c:v>
                </c:pt>
                <c:pt idx="30">
                  <c:v>1.74775</c:v>
                </c:pt>
                <c:pt idx="31">
                  <c:v>1.8120500000000002</c:v>
                </c:pt>
                <c:pt idx="32">
                  <c:v>1.88145</c:v>
                </c:pt>
                <c:pt idx="33">
                  <c:v>1.94395</c:v>
                </c:pt>
                <c:pt idx="34">
                  <c:v>2.028425</c:v>
                </c:pt>
                <c:pt idx="35">
                  <c:v>2.0599</c:v>
                </c:pt>
                <c:pt idx="36">
                  <c:v>2.143725</c:v>
                </c:pt>
                <c:pt idx="37">
                  <c:v>2.18515</c:v>
                </c:pt>
                <c:pt idx="38">
                  <c:v>2.2405</c:v>
                </c:pt>
                <c:pt idx="39">
                  <c:v>2.3112500000000002</c:v>
                </c:pt>
                <c:pt idx="40">
                  <c:v>2.358575</c:v>
                </c:pt>
                <c:pt idx="41">
                  <c:v>2.3825000000000003</c:v>
                </c:pt>
                <c:pt idx="42">
                  <c:v>2.48725</c:v>
                </c:pt>
                <c:pt idx="43">
                  <c:v>2.452175</c:v>
                </c:pt>
                <c:pt idx="44">
                  <c:v>2.5323249999999997</c:v>
                </c:pt>
                <c:pt idx="45">
                  <c:v>2.545325</c:v>
                </c:pt>
                <c:pt idx="46">
                  <c:v>2.614225</c:v>
                </c:pt>
                <c:pt idx="47">
                  <c:v>2.63255</c:v>
                </c:pt>
                <c:pt idx="48">
                  <c:v>2.6705499999999995</c:v>
                </c:pt>
                <c:pt idx="49">
                  <c:v>2.7017249999999997</c:v>
                </c:pt>
                <c:pt idx="50">
                  <c:v>2.7806500000000005</c:v>
                </c:pt>
                <c:pt idx="51">
                  <c:v>2.820875</c:v>
                </c:pt>
                <c:pt idx="52">
                  <c:v>2.7860750000000003</c:v>
                </c:pt>
                <c:pt idx="53">
                  <c:v>2.7918000000000003</c:v>
                </c:pt>
                <c:pt idx="54">
                  <c:v>2.779125</c:v>
                </c:pt>
                <c:pt idx="55">
                  <c:v>2.831675</c:v>
                </c:pt>
                <c:pt idx="56">
                  <c:v>2.79865</c:v>
                </c:pt>
                <c:pt idx="57">
                  <c:v>2.865075</c:v>
                </c:pt>
                <c:pt idx="58">
                  <c:v>2.88615</c:v>
                </c:pt>
                <c:pt idx="59">
                  <c:v>2.850475</c:v>
                </c:pt>
                <c:pt idx="60">
                  <c:v>2.9225250000000003</c:v>
                </c:pt>
                <c:pt idx="61">
                  <c:v>2.9596</c:v>
                </c:pt>
                <c:pt idx="62">
                  <c:v>2.95715</c:v>
                </c:pt>
                <c:pt idx="63">
                  <c:v>3.037425</c:v>
                </c:pt>
                <c:pt idx="64">
                  <c:v>2.9893</c:v>
                </c:pt>
                <c:pt idx="65">
                  <c:v>2.967375</c:v>
                </c:pt>
                <c:pt idx="66">
                  <c:v>3.0212749999999997</c:v>
                </c:pt>
                <c:pt idx="67">
                  <c:v>2.9789000000000003</c:v>
                </c:pt>
                <c:pt idx="68">
                  <c:v>2.9698</c:v>
                </c:pt>
                <c:pt idx="69">
                  <c:v>2.9848999999999997</c:v>
                </c:pt>
                <c:pt idx="70">
                  <c:v>3.020525</c:v>
                </c:pt>
                <c:pt idx="71">
                  <c:v>3.03775</c:v>
                </c:pt>
                <c:pt idx="72">
                  <c:v>3.044925</c:v>
                </c:pt>
                <c:pt idx="73">
                  <c:v>3.0692</c:v>
                </c:pt>
                <c:pt idx="74">
                  <c:v>3.00755</c:v>
                </c:pt>
                <c:pt idx="75">
                  <c:v>3.0766</c:v>
                </c:pt>
                <c:pt idx="76">
                  <c:v>3.0509500000000003</c:v>
                </c:pt>
                <c:pt idx="77">
                  <c:v>3.01235</c:v>
                </c:pt>
                <c:pt idx="78">
                  <c:v>2.9926500000000003</c:v>
                </c:pt>
                <c:pt idx="79">
                  <c:v>3.0053</c:v>
                </c:pt>
                <c:pt idx="80">
                  <c:v>3.063225</c:v>
                </c:pt>
                <c:pt idx="81">
                  <c:v>3.038975</c:v>
                </c:pt>
                <c:pt idx="82">
                  <c:v>3.0760250000000005</c:v>
                </c:pt>
                <c:pt idx="83">
                  <c:v>3.075625</c:v>
                </c:pt>
                <c:pt idx="84">
                  <c:v>3.064325</c:v>
                </c:pt>
                <c:pt idx="85">
                  <c:v>3.0732</c:v>
                </c:pt>
                <c:pt idx="86">
                  <c:v>3.0741249999999996</c:v>
                </c:pt>
                <c:pt idx="87">
                  <c:v>3.065625</c:v>
                </c:pt>
                <c:pt idx="88">
                  <c:v>3.0947500000000003</c:v>
                </c:pt>
                <c:pt idx="89">
                  <c:v>3.037275</c:v>
                </c:pt>
                <c:pt idx="90">
                  <c:v>3.145975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(TG7)</c:v>
                </c:pt>
              </c:strCache>
            </c:strRef>
          </c:tx>
          <c:spPr>
            <a:ln w="25400">
              <a:solidFill>
                <a:srgbClr val="9EA2A2"/>
              </a:solidFill>
              <a:prstDash val="dash"/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0.30909999999999993</c:v>
                </c:pt>
                <c:pt idx="1">
                  <c:v>0.276025</c:v>
                </c:pt>
                <c:pt idx="2">
                  <c:v>0.345475</c:v>
                </c:pt>
                <c:pt idx="3">
                  <c:v>0.34715</c:v>
                </c:pt>
                <c:pt idx="4">
                  <c:v>0.40092500000000003</c:v>
                </c:pt>
                <c:pt idx="5">
                  <c:v>0.42110000000000003</c:v>
                </c:pt>
                <c:pt idx="6">
                  <c:v>0.43027499999999996</c:v>
                </c:pt>
                <c:pt idx="7">
                  <c:v>0.49837499999999996</c:v>
                </c:pt>
                <c:pt idx="8">
                  <c:v>0.5185500000000001</c:v>
                </c:pt>
                <c:pt idx="9">
                  <c:v>0.633575</c:v>
                </c:pt>
                <c:pt idx="10">
                  <c:v>0.62205</c:v>
                </c:pt>
                <c:pt idx="11">
                  <c:v>0.715375</c:v>
                </c:pt>
                <c:pt idx="12">
                  <c:v>0.645125</c:v>
                </c:pt>
                <c:pt idx="13">
                  <c:v>0.7909999999999999</c:v>
                </c:pt>
                <c:pt idx="14">
                  <c:v>0.7752749999999999</c:v>
                </c:pt>
                <c:pt idx="15">
                  <c:v>0.8486</c:v>
                </c:pt>
                <c:pt idx="16">
                  <c:v>0.9081499999999999</c:v>
                </c:pt>
                <c:pt idx="17">
                  <c:v>0.9982499999999999</c:v>
                </c:pt>
                <c:pt idx="18">
                  <c:v>1.06855</c:v>
                </c:pt>
                <c:pt idx="19">
                  <c:v>1.10395</c:v>
                </c:pt>
                <c:pt idx="20">
                  <c:v>1.17525</c:v>
                </c:pt>
                <c:pt idx="21">
                  <c:v>1.259775</c:v>
                </c:pt>
                <c:pt idx="22">
                  <c:v>1.3509</c:v>
                </c:pt>
                <c:pt idx="23">
                  <c:v>1.4445999999999999</c:v>
                </c:pt>
                <c:pt idx="24">
                  <c:v>1.4658000000000002</c:v>
                </c:pt>
                <c:pt idx="25">
                  <c:v>1.62325</c:v>
                </c:pt>
                <c:pt idx="26">
                  <c:v>1.6763</c:v>
                </c:pt>
                <c:pt idx="27">
                  <c:v>1.6933</c:v>
                </c:pt>
                <c:pt idx="28">
                  <c:v>1.720975</c:v>
                </c:pt>
                <c:pt idx="29">
                  <c:v>1.833875</c:v>
                </c:pt>
                <c:pt idx="30">
                  <c:v>1.8501249999999998</c:v>
                </c:pt>
                <c:pt idx="31">
                  <c:v>1.974125</c:v>
                </c:pt>
                <c:pt idx="32">
                  <c:v>2.033775</c:v>
                </c:pt>
                <c:pt idx="33">
                  <c:v>2.126925</c:v>
                </c:pt>
                <c:pt idx="34">
                  <c:v>2.1938</c:v>
                </c:pt>
                <c:pt idx="35">
                  <c:v>2.296275</c:v>
                </c:pt>
                <c:pt idx="36">
                  <c:v>2.3789</c:v>
                </c:pt>
                <c:pt idx="37">
                  <c:v>2.406225</c:v>
                </c:pt>
                <c:pt idx="38">
                  <c:v>2.3945</c:v>
                </c:pt>
                <c:pt idx="39">
                  <c:v>2.489575</c:v>
                </c:pt>
                <c:pt idx="40">
                  <c:v>2.6026499999999997</c:v>
                </c:pt>
                <c:pt idx="41">
                  <c:v>2.6428</c:v>
                </c:pt>
                <c:pt idx="42">
                  <c:v>2.659925</c:v>
                </c:pt>
                <c:pt idx="43">
                  <c:v>2.66725</c:v>
                </c:pt>
                <c:pt idx="44">
                  <c:v>2.7372</c:v>
                </c:pt>
                <c:pt idx="45">
                  <c:v>2.7992500000000002</c:v>
                </c:pt>
                <c:pt idx="46">
                  <c:v>2.85435</c:v>
                </c:pt>
                <c:pt idx="47">
                  <c:v>2.85065</c:v>
                </c:pt>
                <c:pt idx="48">
                  <c:v>2.930775</c:v>
                </c:pt>
                <c:pt idx="49">
                  <c:v>2.976025</c:v>
                </c:pt>
                <c:pt idx="50">
                  <c:v>3.0109500000000002</c:v>
                </c:pt>
                <c:pt idx="51">
                  <c:v>2.99435</c:v>
                </c:pt>
                <c:pt idx="52">
                  <c:v>3.0467</c:v>
                </c:pt>
                <c:pt idx="53">
                  <c:v>3.0972</c:v>
                </c:pt>
                <c:pt idx="54">
                  <c:v>3.0982</c:v>
                </c:pt>
                <c:pt idx="55">
                  <c:v>3.126825</c:v>
                </c:pt>
                <c:pt idx="56">
                  <c:v>3.1647</c:v>
                </c:pt>
                <c:pt idx="57">
                  <c:v>3.114625</c:v>
                </c:pt>
                <c:pt idx="58">
                  <c:v>3.14055</c:v>
                </c:pt>
                <c:pt idx="59">
                  <c:v>3.19215</c:v>
                </c:pt>
                <c:pt idx="60">
                  <c:v>3.18365</c:v>
                </c:pt>
                <c:pt idx="61">
                  <c:v>3.2727</c:v>
                </c:pt>
                <c:pt idx="62">
                  <c:v>3.261475</c:v>
                </c:pt>
                <c:pt idx="63">
                  <c:v>3.26755</c:v>
                </c:pt>
                <c:pt idx="64">
                  <c:v>3.2069249999999996</c:v>
                </c:pt>
                <c:pt idx="65">
                  <c:v>3.2990749999999998</c:v>
                </c:pt>
                <c:pt idx="66">
                  <c:v>3.301625</c:v>
                </c:pt>
                <c:pt idx="67">
                  <c:v>3.288875</c:v>
                </c:pt>
                <c:pt idx="68">
                  <c:v>3.2063499999999996</c:v>
                </c:pt>
                <c:pt idx="69">
                  <c:v>3.372</c:v>
                </c:pt>
                <c:pt idx="70">
                  <c:v>3.3184</c:v>
                </c:pt>
                <c:pt idx="71">
                  <c:v>3.2692750000000004</c:v>
                </c:pt>
                <c:pt idx="72">
                  <c:v>3.344</c:v>
                </c:pt>
                <c:pt idx="73">
                  <c:v>3.351225</c:v>
                </c:pt>
                <c:pt idx="74">
                  <c:v>3.313875</c:v>
                </c:pt>
                <c:pt idx="75">
                  <c:v>3.3212</c:v>
                </c:pt>
                <c:pt idx="76">
                  <c:v>3.348625</c:v>
                </c:pt>
                <c:pt idx="77">
                  <c:v>3.336925</c:v>
                </c:pt>
                <c:pt idx="78">
                  <c:v>3.3259499999999997</c:v>
                </c:pt>
                <c:pt idx="79">
                  <c:v>3.3657</c:v>
                </c:pt>
                <c:pt idx="80">
                  <c:v>3.3413749999999998</c:v>
                </c:pt>
                <c:pt idx="81">
                  <c:v>3.3468999999999998</c:v>
                </c:pt>
                <c:pt idx="82">
                  <c:v>3.4086250000000002</c:v>
                </c:pt>
                <c:pt idx="83">
                  <c:v>3.3691250000000004</c:v>
                </c:pt>
                <c:pt idx="84">
                  <c:v>3.3344</c:v>
                </c:pt>
                <c:pt idx="85">
                  <c:v>3.3908499999999995</c:v>
                </c:pt>
                <c:pt idx="86">
                  <c:v>3.33125</c:v>
                </c:pt>
                <c:pt idx="87">
                  <c:v>3.375225</c:v>
                </c:pt>
                <c:pt idx="88">
                  <c:v>3.36315</c:v>
                </c:pt>
                <c:pt idx="89">
                  <c:v>3.3614249999999997</c:v>
                </c:pt>
                <c:pt idx="90">
                  <c:v>3.3836000000000004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VAW — Vintage Curve (Primary)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(TG4)</c:v>
                </c:pt>
              </c:strCache>
            </c:strRef>
          </c:tx>
          <c:spPr>
            <a:ln w="31750">
              <a:solidFill>
                <a:srgbClr val="0091DA"/>
              </a:solidFill>
            </a:ln>
          </c:spP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0.4398</c:v>
                </c:pt>
                <c:pt idx="1">
                  <c:v>0.5381</c:v>
                </c:pt>
                <c:pt idx="2">
                  <c:v>0.8755999999999999</c:v>
                </c:pt>
                <c:pt idx="3">
                  <c:v>1.076</c:v>
                </c:pt>
                <c:pt idx="4">
                  <c:v>1.2478250000000002</c:v>
                </c:pt>
                <c:pt idx="5">
                  <c:v>1.500525</c:v>
                </c:pt>
                <c:pt idx="6">
                  <c:v>1.848475</c:v>
                </c:pt>
                <c:pt idx="7">
                  <c:v>2.198925</c:v>
                </c:pt>
                <c:pt idx="8">
                  <c:v>2.5130749999999997</c:v>
                </c:pt>
                <c:pt idx="9">
                  <c:v>2.936175</c:v>
                </c:pt>
                <c:pt idx="10">
                  <c:v>3.278175</c:v>
                </c:pt>
                <c:pt idx="11">
                  <c:v>3.7095000000000002</c:v>
                </c:pt>
                <c:pt idx="12">
                  <c:v>4.10325</c:v>
                </c:pt>
                <c:pt idx="13">
                  <c:v>4.369549999999999</c:v>
                </c:pt>
                <c:pt idx="14">
                  <c:v>4.6817</c:v>
                </c:pt>
                <c:pt idx="15">
                  <c:v>4.846125000000001</c:v>
                </c:pt>
                <c:pt idx="16">
                  <c:v>5.090975</c:v>
                </c:pt>
                <c:pt idx="17">
                  <c:v>5.156225</c:v>
                </c:pt>
                <c:pt idx="18">
                  <c:v>5.395225</c:v>
                </c:pt>
                <c:pt idx="19">
                  <c:v>5.552300000000001</c:v>
                </c:pt>
                <c:pt idx="20">
                  <c:v>5.5563</c:v>
                </c:pt>
                <c:pt idx="21">
                  <c:v>5.537475</c:v>
                </c:pt>
                <c:pt idx="22">
                  <c:v>5.7149</c:v>
                </c:pt>
                <c:pt idx="23">
                  <c:v>5.62185</c:v>
                </c:pt>
                <c:pt idx="24">
                  <c:v>5.7917499999999995</c:v>
                </c:pt>
                <c:pt idx="25">
                  <c:v>5.74215</c:v>
                </c:pt>
                <c:pt idx="26">
                  <c:v>5.717325</c:v>
                </c:pt>
                <c:pt idx="27">
                  <c:v>5.8370750000000005</c:v>
                </c:pt>
                <c:pt idx="28">
                  <c:v>5.825800000000001</c:v>
                </c:pt>
                <c:pt idx="29">
                  <c:v>5.730725</c:v>
                </c:pt>
                <c:pt idx="30">
                  <c:v>5.782175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(TG7)</c:v>
                </c:pt>
              </c:strCache>
            </c:strRef>
          </c:tx>
          <c:spPr>
            <a:ln w="25400">
              <a:solidFill>
                <a:srgbClr val="9EA2A2"/>
              </a:solidFill>
              <a:prstDash val="dash"/>
            </a:ln>
          </c:spP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0.372575</c:v>
                </c:pt>
                <c:pt idx="1">
                  <c:v>0.5290250000000001</c:v>
                </c:pt>
                <c:pt idx="2">
                  <c:v>0.63905</c:v>
                </c:pt>
                <c:pt idx="3">
                  <c:v>0.70135</c:v>
                </c:pt>
                <c:pt idx="4">
                  <c:v>0.854425</c:v>
                </c:pt>
                <c:pt idx="5">
                  <c:v>1.0825749999999998</c:v>
                </c:pt>
                <c:pt idx="6">
                  <c:v>1.32735</c:v>
                </c:pt>
                <c:pt idx="7">
                  <c:v>1.546225</c:v>
                </c:pt>
                <c:pt idx="8">
                  <c:v>1.7553</c:v>
                </c:pt>
                <c:pt idx="9">
                  <c:v>2.0892999999999997</c:v>
                </c:pt>
                <c:pt idx="10">
                  <c:v>2.412625</c:v>
                </c:pt>
                <c:pt idx="11">
                  <c:v>2.6044</c:v>
                </c:pt>
                <c:pt idx="12">
                  <c:v>2.771</c:v>
                </c:pt>
                <c:pt idx="13">
                  <c:v>3.09585</c:v>
                </c:pt>
                <c:pt idx="14">
                  <c:v>3.2324</c:v>
                </c:pt>
                <c:pt idx="15">
                  <c:v>3.4067499999999997</c:v>
                </c:pt>
                <c:pt idx="16">
                  <c:v>3.5848750000000003</c:v>
                </c:pt>
                <c:pt idx="17">
                  <c:v>3.6853249999999997</c:v>
                </c:pt>
                <c:pt idx="18">
                  <c:v>3.7879000000000005</c:v>
                </c:pt>
                <c:pt idx="19">
                  <c:v>3.853875</c:v>
                </c:pt>
                <c:pt idx="20">
                  <c:v>3.949025</c:v>
                </c:pt>
                <c:pt idx="21">
                  <c:v>3.9143499999999998</c:v>
                </c:pt>
                <c:pt idx="22">
                  <c:v>4.0174</c:v>
                </c:pt>
                <c:pt idx="23">
                  <c:v>4.082775</c:v>
                </c:pt>
                <c:pt idx="24">
                  <c:v>4.053100000000001</c:v>
                </c:pt>
                <c:pt idx="25">
                  <c:v>4.034725</c:v>
                </c:pt>
                <c:pt idx="26">
                  <c:v>4.050225</c:v>
                </c:pt>
                <c:pt idx="27">
                  <c:v>4.128875000000001</c:v>
                </c:pt>
                <c:pt idx="28">
                  <c:v>4.071425</c:v>
                </c:pt>
                <c:pt idx="29">
                  <c:v>4.061050000000001</c:v>
                </c:pt>
                <c:pt idx="30">
                  <c:v>4.112775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VVD Campaign Measurement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7EEF1"/>
                </a:solidFill>
                <a:latin typeface="Segoe UI"/>
              </a:defRPr>
            </a:pPr>
            <a:r>
              <a:t>Virtual Visa Debit — v2 Analysis | 6 Campaigns | 2024-2026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118872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5,020,727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Total Clients (Action)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118872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+1.10pp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Avg Lift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60320" cy="118872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5 / 6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Campaigns Significant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71600"/>
            <a:ext cx="2560320" cy="118872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Campaigns Measured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926080"/>
          <a:ext cx="112471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Campaign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Clients (Action)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Action Rate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Control Rate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Lift (pp)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p-value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Sig.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VCN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2,166,516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0.59%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7AFBF"/>
                          </a:solidFill>
                          <a:latin typeface="Segoe UI"/>
                        </a:defRPr>
                      </a:pPr>
                      <a:r>
                        <a:t>+0.20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VDA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59,211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0.80%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0.48%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7AFBF"/>
                          </a:solidFill>
                          <a:latin typeface="Segoe UI"/>
                        </a:defRPr>
                      </a:pPr>
                      <a:r>
                        <a:t>+0.32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0.0001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VDT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385,000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58.20%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54.10%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7AFBF"/>
                          </a:solidFill>
                          <a:latin typeface="Segoe UI"/>
                        </a:defRPr>
                      </a:pPr>
                      <a:r>
                        <a:t>+4.10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VUI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1,200,000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12.50%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11.80%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7AFBF"/>
                          </a:solidFill>
                          <a:latin typeface="Segoe UI"/>
                        </a:defRPr>
                      </a:pPr>
                      <a:r>
                        <a:t>+0.70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0.0230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890,000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3.10%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3.40%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CA311"/>
                          </a:solidFill>
                          <a:latin typeface="Segoe UI"/>
                        </a:defRPr>
                      </a:pPr>
                      <a:r>
                        <a:t>-0.30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0.1500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VAW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320,000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5.80%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4.20%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7AFBF"/>
                          </a:solidFill>
                          <a:latin typeface="Segoe UI"/>
                        </a:defRPr>
                      </a:pPr>
                      <a:r>
                        <a:t>+1.60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0.0001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168"/>
                </a:solidFill>
                <a:latin typeface="Segoe UI"/>
              </a:defRPr>
            </a:pPr>
            <a: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Segoe UI"/>
              </a:defRPr>
            </a:pPr>
            <a:r>
              <a:t>VCN &amp; VDA (acquisition): Consistent positive lift — continue campaigns</a:t>
            </a:r>
          </a:p>
          <a:p>
            <a:pPr>
              <a:defRPr sz="1000">
                <a:solidFill>
                  <a:srgbClr val="333333"/>
                </a:solidFill>
                <a:latin typeface="Segoe UI"/>
              </a:defRPr>
            </a:pPr>
            <a:r>
              <a:t>VDT (activation): Strong lift but small addressable population (~5% need activation)</a:t>
            </a:r>
          </a:p>
          <a:p>
            <a:pPr>
              <a:defRPr sz="1000">
                <a:solidFill>
                  <a:srgbClr val="333333"/>
                </a:solidFill>
                <a:latin typeface="Segoe UI"/>
              </a:defRPr>
            </a:pPr>
            <a:r>
              <a:t>VUI (usage): Marginal lift — optimization opportunity</a:t>
            </a:r>
          </a:p>
          <a:p>
            <a:pPr>
              <a:defRPr sz="1000">
                <a:solidFill>
                  <a:srgbClr val="333333"/>
                </a:solidFill>
                <a:latin typeface="Segoe UI"/>
              </a:defRPr>
            </a:pPr>
            <a:r>
              <a:t>VUT (tokenization): Negative ROI — recommend discontinuation</a:t>
            </a:r>
          </a:p>
          <a:p>
            <a:pPr>
              <a:defRPr sz="1000">
                <a:solidFill>
                  <a:srgbClr val="333333"/>
                </a:solidFill>
                <a:latin typeface="Segoe UI"/>
              </a:defRPr>
            </a:pPr>
            <a:r>
              <a:t>VAW (add to wallet): Positive lift at scale — expand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Card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7EEF1"/>
                </a:solidFill>
                <a:latin typeface="Segoe UI"/>
              </a:defRPr>
            </a:pPr>
            <a:r>
              <a:t>VCN — Contextual Notification | VDA — Black Friday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VCN — Contextual Notification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74320" y="1143000"/>
          <a:ext cx="594360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0" y="114300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+0.20pp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14300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0.59%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Action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14300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0.39%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Control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10312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0.0001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p-value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***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103120"/>
            <a:ext cx="34747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2,166,516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Clients (Action)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Statistically significant lift of +0.20pp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Persistent SRM warnings (p=0.0000) across all cohorts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Largest campaign by volume — consider SRM investigation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11612880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VDA — Black Friday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74320" y="4069080"/>
          <a:ext cx="594360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583680" y="406908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+0.32pp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06908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0.80%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Action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406908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0.48%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Control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02920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0.0001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p-value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***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5029200"/>
            <a:ext cx="34747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59,211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Clients (Action)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897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Statistically significant lift of +0.32pp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Seasonal campaign (Black Friday) — strong but time-limited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Highest lift among acquisition campaigns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Activation &amp;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7EEF1"/>
                </a:solidFill>
                <a:latin typeface="Segoe UI"/>
              </a:defRPr>
            </a:pPr>
            <a:r>
              <a:t>VDT — Activation Trigger | VUI — Usage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VDT — Activation Trigger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74320" y="1143000"/>
          <a:ext cx="594360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0" y="114300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+4.10pp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14300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58.20%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Action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14300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54.10%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Control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10312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0.0001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p-value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***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103120"/>
            <a:ext cx="34747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385,000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Clients (Action)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Statistically significant lift of +4.10pp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Only ~5% of cards need manual activation (95% auto-activate)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High lift but small addressable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11612880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VUI — Usage Trigger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74320" y="4069080"/>
          <a:ext cx="594360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583680" y="406908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+0.70pp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06908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12.50%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Action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406908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11.80%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Control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02920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0.0230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p-value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5029200"/>
            <a:ext cx="34747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1,200,000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Clients (Action)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897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Statistically significant lift of +0.70pp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Broad reach — largest usage population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Marginal lift suggests optimization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Wallet Provisioning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7EEF1"/>
                </a:solidFill>
                <a:latin typeface="Segoe UI"/>
              </a:defRPr>
            </a:pPr>
            <a:r>
              <a:t>VUT — Tokenization Usage | VAW — Add To Wallet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VUT — Tokenization Usage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74320" y="1143000"/>
          <a:ext cx="594360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0" y="114300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CA311"/>
                </a:solidFill>
                <a:latin typeface="Segoe UI"/>
              </a:defRPr>
            </a:pPr>
            <a:r>
              <a:t>-0.30pp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14300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3.10%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Action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14300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3.40%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Control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10312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0.1500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p-value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103120"/>
            <a:ext cx="34747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890,000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Clients (Action)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Lift of -0.30pp — NOT statistically significant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Negative ROI — recommend discontinuation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Control performs equal or better than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11612880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VAW — Add To Wallet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74320" y="4069080"/>
          <a:ext cx="594360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583680" y="406908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+1.60pp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06908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5.80%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Action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4069080"/>
            <a:ext cx="16459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4.20%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Control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029200"/>
            <a:ext cx="1645920" cy="82296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0.0001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p-value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***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5029200"/>
            <a:ext cx="3474720" cy="82296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320,000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Clients (Action)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897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Statistically significant lift of +1.60pp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Positive lift at scale</a:t>
            </a:r>
          </a:p>
          <a:p>
            <a:pPr>
              <a:defRPr sz="900">
                <a:solidFill>
                  <a:srgbClr val="333333"/>
                </a:solidFill>
                <a:latin typeface="Segoe UI"/>
              </a:defRPr>
            </a:pPr>
            <a:r>
              <a:t>Consider expanding budget allocation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