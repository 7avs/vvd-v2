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61288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45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A2A2"/>
                </a:solidFill>
                <a:latin typeface="Segoe UI"/>
              </a:defRPr>
            </a:pPr>
            <a:r>
              <a:t>Campaign: Virtual Visa Debit — VVD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EA2A2"/>
                </a:solidFill>
                <a:latin typeface="Segoe UI"/>
              </a:defRPr>
            </a:pPr>
            <a:r>
              <a:t>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61288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45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A2A2"/>
                </a:solidFill>
                <a:latin typeface="Segoe UI"/>
              </a:defRPr>
            </a:pPr>
            <a:r>
              <a:t>Campaign: Virtual Visa Debit — VVD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EA2A2"/>
                </a:solidFill>
                <a:latin typeface="Segoe UI"/>
              </a:defRPr>
            </a:pPr>
            <a:r>
              <a:t>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v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61288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45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A2A2"/>
                </a:solidFill>
                <a:latin typeface="Segoe UI"/>
              </a:defRPr>
            </a:pPr>
            <a:r>
              <a:t>Campaign: Virtual Visa Debit — VVD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EA2A2"/>
                </a:solidFill>
                <a:latin typeface="Segoe UI"/>
              </a:defRPr>
            </a:pPr>
            <a:r>
              <a:t>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_v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61288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45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A2A2"/>
                </a:solidFill>
                <a:latin typeface="Segoe UI"/>
              </a:defRPr>
            </a:pPr>
            <a:r>
              <a:t>Campaign: Virtual Visa Debit — VVD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EA2A2"/>
                </a:solidFill>
                <a:latin typeface="Segoe UI"/>
              </a:defRPr>
            </a:pPr>
            <a:r>
              <a:t>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_v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61288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45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A2A2"/>
                </a:solidFill>
                <a:latin typeface="Segoe UI"/>
              </a:defRPr>
            </a:pPr>
            <a:r>
              <a:t>Campaign: Virtual Visa Debit — VVD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EA2A2"/>
                </a:solidFill>
                <a:latin typeface="Segoe UI"/>
              </a:defRPr>
            </a:pPr>
            <a:r>
              <a:t>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_v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61288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45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A2A2"/>
                </a:solidFill>
                <a:latin typeface="Segoe UI"/>
              </a:defRPr>
            </a:pPr>
            <a:r>
              <a:t>Campaign: Virtual Visa Debit — VVD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EA2A2"/>
                </a:solidFill>
                <a:latin typeface="Segoe UI"/>
              </a:defRPr>
            </a:pPr>
            <a:r>
              <a:t>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v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61288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45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A2A2"/>
                </a:solidFill>
                <a:latin typeface="Segoe UI"/>
              </a:defRPr>
            </a:pPr>
            <a:r>
              <a:t>Campaign: Virtual Visa Debit — VVD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EA2A2"/>
                </a:solidFill>
                <a:latin typeface="Segoe UI"/>
              </a:defRPr>
            </a:pPr>
            <a:r>
              <a:t>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_v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61288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45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A2A2"/>
                </a:solidFill>
                <a:latin typeface="Segoe UI"/>
              </a:defRPr>
            </a:pPr>
            <a:r>
              <a:t>Campaign: Virtual Visa Debit — VVD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EA2A2"/>
                </a:solidFill>
                <a:latin typeface="Segoe UI"/>
              </a:defRPr>
            </a:pPr>
            <a:r>
              <a:t>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_re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161288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45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A2A2"/>
                </a:solidFill>
                <a:latin typeface="Segoe UI"/>
              </a:defRPr>
            </a:pPr>
            <a:r>
              <a:t>Campaign: Virtual Visa Debit — VVD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EA2A2"/>
                </a:solidFill>
                <a:latin typeface="Segoe UI"/>
              </a:defRPr>
            </a:pPr>
            <a:r>
              <a:t>|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